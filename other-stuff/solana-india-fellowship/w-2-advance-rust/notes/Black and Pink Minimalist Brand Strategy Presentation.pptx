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Monument Bold" charset="1" panose="00000300000000000000"/>
      <p:regular r:id="rId40"/>
    </p:embeddedFont>
    <p:embeddedFont>
      <p:font typeface="TT Commons Pro Bold" charset="1" panose="020B0103030102020204"/>
      <p:regular r:id="rId41"/>
    </p:embeddedFont>
    <p:embeddedFont>
      <p:font typeface="Canva Sans Bold" charset="1" panose="020B0803030501040103"/>
      <p:regular r:id="rId42"/>
    </p:embeddedFont>
    <p:embeddedFont>
      <p:font typeface="Canva Sans" charset="1" panose="020B05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" y="3571875"/>
            <a:ext cx="17335500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00"/>
              </a:lnSpc>
            </a:pPr>
            <a:r>
              <a:rPr lang="en-US" sz="150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RUST ADVANCE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250" y="495317"/>
            <a:ext cx="7511856" cy="40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b="true" sz="2799">
                <a:solidFill>
                  <a:srgbClr val="FFD4D4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CLASS 2 - SOLANA INDIA BOOTCAMP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89792" y="113063"/>
            <a:ext cx="2508415" cy="10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803917"/>
            <a:ext cx="11025278" cy="544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Mutex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mpsc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2859" y="1349609"/>
            <a:ext cx="16922283" cy="8461141"/>
          </a:xfrm>
          <a:custGeom>
            <a:avLst/>
            <a:gdLst/>
            <a:ahLst/>
            <a:cxnLst/>
            <a:rect r="r" b="b" t="t" l="l"/>
            <a:pathLst>
              <a:path h="8461141" w="16922283">
                <a:moveTo>
                  <a:pt x="0" y="0"/>
                </a:moveTo>
                <a:lnTo>
                  <a:pt x="16922282" y="0"/>
                </a:lnTo>
                <a:lnTo>
                  <a:pt x="16922282" y="8461141"/>
                </a:lnTo>
                <a:lnTo>
                  <a:pt x="0" y="8461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4379" y="140420"/>
            <a:ext cx="141924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349425"/>
            <a:ext cx="11301259" cy="3588150"/>
          </a:xfrm>
          <a:custGeom>
            <a:avLst/>
            <a:gdLst/>
            <a:ahLst/>
            <a:cxnLst/>
            <a:rect r="r" b="b" t="t" l="l"/>
            <a:pathLst>
              <a:path h="3588150" w="11301259">
                <a:moveTo>
                  <a:pt x="0" y="0"/>
                </a:moveTo>
                <a:lnTo>
                  <a:pt x="11301258" y="0"/>
                </a:lnTo>
                <a:lnTo>
                  <a:pt x="11301258" y="3588150"/>
                </a:lnTo>
                <a:lnTo>
                  <a:pt x="0" y="3588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4379" y="140420"/>
            <a:ext cx="141924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590" y="1768643"/>
            <a:ext cx="11740886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 - How would you build a linked list in rust?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590" y="3351611"/>
            <a:ext cx="8290090" cy="5906689"/>
          </a:xfrm>
          <a:custGeom>
            <a:avLst/>
            <a:gdLst/>
            <a:ahLst/>
            <a:cxnLst/>
            <a:rect r="r" b="b" t="t" l="l"/>
            <a:pathLst>
              <a:path h="5906689" w="8290090">
                <a:moveTo>
                  <a:pt x="0" y="0"/>
                </a:moveTo>
                <a:lnTo>
                  <a:pt x="8290090" y="0"/>
                </a:lnTo>
                <a:lnTo>
                  <a:pt x="8290090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81602" y="5894291"/>
            <a:ext cx="7730148" cy="821328"/>
          </a:xfrm>
          <a:custGeom>
            <a:avLst/>
            <a:gdLst/>
            <a:ahLst/>
            <a:cxnLst/>
            <a:rect r="r" b="b" t="t" l="l"/>
            <a:pathLst>
              <a:path h="821328" w="7730148">
                <a:moveTo>
                  <a:pt x="0" y="0"/>
                </a:moveTo>
                <a:lnTo>
                  <a:pt x="7730148" y="0"/>
                </a:lnTo>
                <a:lnTo>
                  <a:pt x="7730148" y="821329"/>
                </a:lnTo>
                <a:lnTo>
                  <a:pt x="0" y="821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34379" y="140420"/>
            <a:ext cx="141924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8590" y="1768643"/>
            <a:ext cx="11740886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 - How would you build a linked list in rust?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94671"/>
            <a:ext cx="16124873" cy="7204927"/>
          </a:xfrm>
          <a:custGeom>
            <a:avLst/>
            <a:gdLst/>
            <a:ahLst/>
            <a:cxnLst/>
            <a:rect r="r" b="b" t="t" l="l"/>
            <a:pathLst>
              <a:path h="7204927" w="16124873">
                <a:moveTo>
                  <a:pt x="0" y="0"/>
                </a:moveTo>
                <a:lnTo>
                  <a:pt x="16124873" y="0"/>
                </a:lnTo>
                <a:lnTo>
                  <a:pt x="16124873" y="7204928"/>
                </a:lnTo>
                <a:lnTo>
                  <a:pt x="0" y="720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8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4379" y="140420"/>
            <a:ext cx="141924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590" y="1768643"/>
            <a:ext cx="11740886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 - How would you build a linked list in rust?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03917"/>
            <a:ext cx="11025278" cy="544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Mutex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mpsc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89792" y="113063"/>
            <a:ext cx="2508415" cy="10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9382" y="1803917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6204" y="140420"/>
            <a:ext cx="211559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250" y="2252633"/>
            <a:ext cx="15813521" cy="182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Deref trait lets you control what happens when you use the * operator on a type. Rust uses deref coercion to automatically convert &amp;Box to &amp;T, making smart pointers ergonomic.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442" y="1492981"/>
            <a:ext cx="11263941" cy="7197211"/>
          </a:xfrm>
          <a:custGeom>
            <a:avLst/>
            <a:gdLst/>
            <a:ahLst/>
            <a:cxnLst/>
            <a:rect r="r" b="b" t="t" l="l"/>
            <a:pathLst>
              <a:path h="7197211" w="11263941">
                <a:moveTo>
                  <a:pt x="0" y="0"/>
                </a:moveTo>
                <a:lnTo>
                  <a:pt x="11263942" y="0"/>
                </a:lnTo>
                <a:lnTo>
                  <a:pt x="11263942" y="7197212"/>
                </a:lnTo>
                <a:lnTo>
                  <a:pt x="0" y="719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4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4899" y="140420"/>
            <a:ext cx="9658202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 (1. wrapper structs)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081" y="2079359"/>
            <a:ext cx="10833439" cy="6128283"/>
          </a:xfrm>
          <a:custGeom>
            <a:avLst/>
            <a:gdLst/>
            <a:ahLst/>
            <a:cxnLst/>
            <a:rect r="r" b="b" t="t" l="l"/>
            <a:pathLst>
              <a:path h="6128283" w="10833439">
                <a:moveTo>
                  <a:pt x="0" y="0"/>
                </a:moveTo>
                <a:lnTo>
                  <a:pt x="10833440" y="0"/>
                </a:lnTo>
                <a:lnTo>
                  <a:pt x="10833440" y="6128282"/>
                </a:lnTo>
                <a:lnTo>
                  <a:pt x="0" y="612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927" b="-72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2127" y="140420"/>
            <a:ext cx="10763746" cy="211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 (2. Box deref coersion)</a:t>
            </a:r>
          </a:p>
          <a:p>
            <a:pPr algn="ctr">
              <a:lnSpc>
                <a:spcPts val="85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03917"/>
            <a:ext cx="11025278" cy="544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Mutex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mpsc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89792" y="113063"/>
            <a:ext cx="2508415" cy="10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9382" y="1803917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49382" y="2639440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9624" y="140420"/>
            <a:ext cx="8868751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 (reference counting)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753" y="3707409"/>
            <a:ext cx="9300247" cy="30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 (Reference Counte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d) allows multiple parts of your program to own the same data. The data is kept alive as long as any Rc pointing to it exists. Single-threaded only.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4964" y="2519925"/>
            <a:ext cx="7901849" cy="5973646"/>
          </a:xfrm>
          <a:custGeom>
            <a:avLst/>
            <a:gdLst/>
            <a:ahLst/>
            <a:cxnLst/>
            <a:rect r="r" b="b" t="t" l="l"/>
            <a:pathLst>
              <a:path h="5973646" w="7901849">
                <a:moveTo>
                  <a:pt x="0" y="0"/>
                </a:moveTo>
                <a:lnTo>
                  <a:pt x="7901849" y="0"/>
                </a:lnTo>
                <a:lnTo>
                  <a:pt x="7901849" y="5973646"/>
                </a:lnTo>
                <a:lnTo>
                  <a:pt x="0" y="5973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12" r="-29990" b="-96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3633" y="3492436"/>
            <a:ext cx="8851930" cy="3861655"/>
          </a:xfrm>
          <a:custGeom>
            <a:avLst/>
            <a:gdLst/>
            <a:ahLst/>
            <a:cxnLst/>
            <a:rect r="r" b="b" t="t" l="l"/>
            <a:pathLst>
              <a:path h="3861655" w="8851930">
                <a:moveTo>
                  <a:pt x="0" y="0"/>
                </a:moveTo>
                <a:lnTo>
                  <a:pt x="8851930" y="0"/>
                </a:lnTo>
                <a:lnTo>
                  <a:pt x="8851930" y="3861654"/>
                </a:lnTo>
                <a:lnTo>
                  <a:pt x="0" y="3861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09624" y="140420"/>
            <a:ext cx="8868751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 (reference counting)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03917"/>
            <a:ext cx="11025278" cy="544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Mutex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mpsc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89792" y="113063"/>
            <a:ext cx="2508415" cy="10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9382" y="1803917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49382" y="2639440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9382" y="3470622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5856" y="140420"/>
            <a:ext cx="2736288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84883" y="2511000"/>
            <a:ext cx="10318234" cy="346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moves borrow checking from compile time to runtime. It lets you hol</a:t>
            </a:r>
            <a:r>
              <a:rPr lang="en-US" b="true" sz="3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mutable references even in contexts where the borrow checker would normally refuse — at the cost of a potential panic.</a:t>
            </a:r>
          </a:p>
          <a:p>
            <a:pPr algn="ctr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0" y="2812063"/>
            <a:ext cx="11301259" cy="5975541"/>
          </a:xfrm>
          <a:custGeom>
            <a:avLst/>
            <a:gdLst/>
            <a:ahLst/>
            <a:cxnLst/>
            <a:rect r="r" b="b" t="t" l="l"/>
            <a:pathLst>
              <a:path h="5975541" w="11301259">
                <a:moveTo>
                  <a:pt x="0" y="0"/>
                </a:moveTo>
                <a:lnTo>
                  <a:pt x="11301259" y="0"/>
                </a:lnTo>
                <a:lnTo>
                  <a:pt x="11301259" y="5975541"/>
                </a:lnTo>
                <a:lnTo>
                  <a:pt x="0" y="59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75856" y="140420"/>
            <a:ext cx="2736288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603403"/>
            <a:ext cx="6365875" cy="66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issue here?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0" y="2812063"/>
            <a:ext cx="11301259" cy="5975541"/>
          </a:xfrm>
          <a:custGeom>
            <a:avLst/>
            <a:gdLst/>
            <a:ahLst/>
            <a:cxnLst/>
            <a:rect r="r" b="b" t="t" l="l"/>
            <a:pathLst>
              <a:path h="5975541" w="11301259">
                <a:moveTo>
                  <a:pt x="0" y="0"/>
                </a:moveTo>
                <a:lnTo>
                  <a:pt x="11301259" y="0"/>
                </a:lnTo>
                <a:lnTo>
                  <a:pt x="11301259" y="5975541"/>
                </a:lnTo>
                <a:lnTo>
                  <a:pt x="0" y="59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8801" y="1355146"/>
            <a:ext cx="11301259" cy="1822328"/>
          </a:xfrm>
          <a:custGeom>
            <a:avLst/>
            <a:gdLst/>
            <a:ahLst/>
            <a:cxnLst/>
            <a:rect r="r" b="b" t="t" l="l"/>
            <a:pathLst>
              <a:path h="1822328" w="11301259">
                <a:moveTo>
                  <a:pt x="0" y="0"/>
                </a:moveTo>
                <a:lnTo>
                  <a:pt x="11301259" y="0"/>
                </a:lnTo>
                <a:lnTo>
                  <a:pt x="11301259" y="1822328"/>
                </a:lnTo>
                <a:lnTo>
                  <a:pt x="0" y="1822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5856" y="140420"/>
            <a:ext cx="2736288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603403"/>
            <a:ext cx="6365875" cy="66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issue here?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5236" y="3373338"/>
            <a:ext cx="5593540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Borrow checker complains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77658" y="4267451"/>
            <a:ext cx="10434092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moves borrow checking from compile time to runtime.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1614" y="3092807"/>
            <a:ext cx="15624330" cy="4101387"/>
          </a:xfrm>
          <a:custGeom>
            <a:avLst/>
            <a:gdLst/>
            <a:ahLst/>
            <a:cxnLst/>
            <a:rect r="r" b="b" t="t" l="l"/>
            <a:pathLst>
              <a:path h="4101387" w="15624330">
                <a:moveTo>
                  <a:pt x="0" y="0"/>
                </a:moveTo>
                <a:lnTo>
                  <a:pt x="15624330" y="0"/>
                </a:lnTo>
                <a:lnTo>
                  <a:pt x="15624330" y="4101386"/>
                </a:lnTo>
                <a:lnTo>
                  <a:pt x="0" y="410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088" y="140420"/>
            <a:ext cx="1499782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1 - interior mutability)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9979" y="1466112"/>
            <a:ext cx="9879220" cy="8162705"/>
          </a:xfrm>
          <a:custGeom>
            <a:avLst/>
            <a:gdLst/>
            <a:ahLst/>
            <a:cxnLst/>
            <a:rect r="r" b="b" t="t" l="l"/>
            <a:pathLst>
              <a:path h="8162705" w="9879220">
                <a:moveTo>
                  <a:pt x="0" y="0"/>
                </a:moveTo>
                <a:lnTo>
                  <a:pt x="9879220" y="0"/>
                </a:lnTo>
                <a:lnTo>
                  <a:pt x="9879220" y="8162705"/>
                </a:lnTo>
                <a:lnTo>
                  <a:pt x="0" y="8162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65875" y="3297683"/>
            <a:ext cx="11710423" cy="966110"/>
          </a:xfrm>
          <a:custGeom>
            <a:avLst/>
            <a:gdLst/>
            <a:ahLst/>
            <a:cxnLst/>
            <a:rect r="r" b="b" t="t" l="l"/>
            <a:pathLst>
              <a:path h="966110" w="11710423">
                <a:moveTo>
                  <a:pt x="0" y="0"/>
                </a:moveTo>
                <a:lnTo>
                  <a:pt x="11710423" y="0"/>
                </a:lnTo>
                <a:lnTo>
                  <a:pt x="11710423" y="966110"/>
                </a:lnTo>
                <a:lnTo>
                  <a:pt x="0" y="966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6114" y="1848375"/>
            <a:ext cx="4845761" cy="79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Whats the error?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524" y="2238461"/>
            <a:ext cx="6588776" cy="6292281"/>
          </a:xfrm>
          <a:custGeom>
            <a:avLst/>
            <a:gdLst/>
            <a:ahLst/>
            <a:cxnLst/>
            <a:rect r="r" b="b" t="t" l="l"/>
            <a:pathLst>
              <a:path h="6292281" w="6588776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6585" y="2131740"/>
            <a:ext cx="7290190" cy="6023520"/>
          </a:xfrm>
          <a:custGeom>
            <a:avLst/>
            <a:gdLst/>
            <a:ahLst/>
            <a:cxnLst/>
            <a:rect r="r" b="b" t="t" l="l"/>
            <a:pathLst>
              <a:path h="6023520" w="7290190">
                <a:moveTo>
                  <a:pt x="0" y="0"/>
                </a:moveTo>
                <a:lnTo>
                  <a:pt x="7290190" y="0"/>
                </a:lnTo>
                <a:lnTo>
                  <a:pt x="7290190" y="6023520"/>
                </a:lnTo>
                <a:lnTo>
                  <a:pt x="0" y="602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7936775" y="5143500"/>
            <a:ext cx="27337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524" y="2238461"/>
            <a:ext cx="6588776" cy="6292281"/>
          </a:xfrm>
          <a:custGeom>
            <a:avLst/>
            <a:gdLst/>
            <a:ahLst/>
            <a:cxnLst/>
            <a:rect r="r" b="b" t="t" l="l"/>
            <a:pathLst>
              <a:path h="6292281" w="6588776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6585" y="2131740"/>
            <a:ext cx="7290190" cy="6023520"/>
          </a:xfrm>
          <a:custGeom>
            <a:avLst/>
            <a:gdLst/>
            <a:ahLst/>
            <a:cxnLst/>
            <a:rect r="r" b="b" t="t" l="l"/>
            <a:pathLst>
              <a:path h="6023520" w="7290190">
                <a:moveTo>
                  <a:pt x="0" y="0"/>
                </a:moveTo>
                <a:lnTo>
                  <a:pt x="7290190" y="0"/>
                </a:lnTo>
                <a:lnTo>
                  <a:pt x="7290190" y="6023520"/>
                </a:lnTo>
                <a:lnTo>
                  <a:pt x="0" y="602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7936775" y="5143500"/>
            <a:ext cx="27337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670524" y="1319942"/>
            <a:ext cx="5451078" cy="6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Q1 - Will this compile?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524" y="2238461"/>
            <a:ext cx="6588776" cy="6292281"/>
          </a:xfrm>
          <a:custGeom>
            <a:avLst/>
            <a:gdLst/>
            <a:ahLst/>
            <a:cxnLst/>
            <a:rect r="r" b="b" t="t" l="l"/>
            <a:pathLst>
              <a:path h="6292281" w="6588776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6585" y="2131740"/>
            <a:ext cx="7290190" cy="6023520"/>
          </a:xfrm>
          <a:custGeom>
            <a:avLst/>
            <a:gdLst/>
            <a:ahLst/>
            <a:cxnLst/>
            <a:rect r="r" b="b" t="t" l="l"/>
            <a:pathLst>
              <a:path h="6023520" w="7290190">
                <a:moveTo>
                  <a:pt x="0" y="0"/>
                </a:moveTo>
                <a:lnTo>
                  <a:pt x="7290190" y="0"/>
                </a:lnTo>
                <a:lnTo>
                  <a:pt x="7290190" y="6023520"/>
                </a:lnTo>
                <a:lnTo>
                  <a:pt x="0" y="602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7936775" y="5143500"/>
            <a:ext cx="27337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670524" y="1319942"/>
            <a:ext cx="6724551" cy="6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Q1 - Will this compile? - yes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524" y="2238461"/>
            <a:ext cx="6588776" cy="6292281"/>
          </a:xfrm>
          <a:custGeom>
            <a:avLst/>
            <a:gdLst/>
            <a:ahLst/>
            <a:cxnLst/>
            <a:rect r="r" b="b" t="t" l="l"/>
            <a:pathLst>
              <a:path h="6292281" w="6588776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6585" y="2131740"/>
            <a:ext cx="7290190" cy="6023520"/>
          </a:xfrm>
          <a:custGeom>
            <a:avLst/>
            <a:gdLst/>
            <a:ahLst/>
            <a:cxnLst/>
            <a:rect r="r" b="b" t="t" l="l"/>
            <a:pathLst>
              <a:path h="6023520" w="7290190">
                <a:moveTo>
                  <a:pt x="0" y="0"/>
                </a:moveTo>
                <a:lnTo>
                  <a:pt x="7290190" y="0"/>
                </a:lnTo>
                <a:lnTo>
                  <a:pt x="7290190" y="6023520"/>
                </a:lnTo>
                <a:lnTo>
                  <a:pt x="0" y="602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7936775" y="5143500"/>
            <a:ext cx="27337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684743" y="1319942"/>
            <a:ext cx="4317008" cy="6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Q2 - Will this run?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524" y="2238461"/>
            <a:ext cx="6588776" cy="6292281"/>
          </a:xfrm>
          <a:custGeom>
            <a:avLst/>
            <a:gdLst/>
            <a:ahLst/>
            <a:cxnLst/>
            <a:rect r="r" b="b" t="t" l="l"/>
            <a:pathLst>
              <a:path h="6292281" w="6588776">
                <a:moveTo>
                  <a:pt x="0" y="0"/>
                </a:moveTo>
                <a:lnTo>
                  <a:pt x="6588776" y="0"/>
                </a:lnTo>
                <a:lnTo>
                  <a:pt x="6588776" y="6292282"/>
                </a:lnTo>
                <a:lnTo>
                  <a:pt x="0" y="629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6585" y="2131740"/>
            <a:ext cx="7290190" cy="6023520"/>
          </a:xfrm>
          <a:custGeom>
            <a:avLst/>
            <a:gdLst/>
            <a:ahLst/>
            <a:cxnLst/>
            <a:rect r="r" b="b" t="t" l="l"/>
            <a:pathLst>
              <a:path h="6023520" w="7290190">
                <a:moveTo>
                  <a:pt x="0" y="0"/>
                </a:moveTo>
                <a:lnTo>
                  <a:pt x="7290190" y="0"/>
                </a:lnTo>
                <a:lnTo>
                  <a:pt x="7290190" y="6023520"/>
                </a:lnTo>
                <a:lnTo>
                  <a:pt x="0" y="602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936775" y="5143500"/>
            <a:ext cx="27337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604871" y="7324473"/>
            <a:ext cx="11301259" cy="2486277"/>
          </a:xfrm>
          <a:custGeom>
            <a:avLst/>
            <a:gdLst/>
            <a:ahLst/>
            <a:cxnLst/>
            <a:rect r="r" b="b" t="t" l="l"/>
            <a:pathLst>
              <a:path h="2486277" w="11301259">
                <a:moveTo>
                  <a:pt x="0" y="0"/>
                </a:moveTo>
                <a:lnTo>
                  <a:pt x="11301258" y="0"/>
                </a:lnTo>
                <a:lnTo>
                  <a:pt x="11301258" y="2486277"/>
                </a:lnTo>
                <a:lnTo>
                  <a:pt x="0" y="2486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44753" y="140420"/>
            <a:ext cx="7398494" cy="10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 (Use case 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84743" y="1319942"/>
            <a:ext cx="4317008" cy="6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Q2 - Will this run?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4963" y="381000"/>
            <a:ext cx="9378074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 whats the point of refcell?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54963" y="4267220"/>
            <a:ext cx="9378074" cy="11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just moved the error from compile time to runtime. What benefit does it provide?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4963" y="381000"/>
            <a:ext cx="9378074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 whats the point of refcell?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54963" y="2841832"/>
            <a:ext cx="9378074" cy="538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– none really. it lets you write code in a way that would’ve failed during compilation but might succeed during runtime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There is certain code you cant write/wont compile w/o using Rc + RefCell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real benefit comes with Rc and RefCel are used together.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79358" y="2230264"/>
            <a:ext cx="7632392" cy="6039130"/>
          </a:xfrm>
          <a:custGeom>
            <a:avLst/>
            <a:gdLst/>
            <a:ahLst/>
            <a:cxnLst/>
            <a:rect r="r" b="b" t="t" l="l"/>
            <a:pathLst>
              <a:path h="6039130" w="7632392">
                <a:moveTo>
                  <a:pt x="0" y="0"/>
                </a:moveTo>
                <a:lnTo>
                  <a:pt x="7632392" y="0"/>
                </a:lnTo>
                <a:lnTo>
                  <a:pt x="7632392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1913" y="4026118"/>
            <a:ext cx="9378074" cy="238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Q: You have a Logger that both a Database and a Server component hold. When either logs something, the other should see it when they read the log.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8826216" cy="8131152"/>
          </a:xfrm>
          <a:custGeom>
            <a:avLst/>
            <a:gdLst/>
            <a:ahLst/>
            <a:cxnLst/>
            <a:rect r="r" b="b" t="t" l="l"/>
            <a:pathLst>
              <a:path h="8131152" w="8826216">
                <a:moveTo>
                  <a:pt x="0" y="0"/>
                </a:moveTo>
                <a:lnTo>
                  <a:pt x="8826216" y="0"/>
                </a:lnTo>
                <a:lnTo>
                  <a:pt x="8826216" y="8131152"/>
                </a:lnTo>
                <a:lnTo>
                  <a:pt x="0" y="8131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34074" y="4012723"/>
            <a:ext cx="9378074" cy="238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Q: You have a Logger that both a Database and a Server component hold. When either logs something, the other should see it when they read the log.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0079" y="982528"/>
            <a:ext cx="11085098" cy="8507813"/>
          </a:xfrm>
          <a:custGeom>
            <a:avLst/>
            <a:gdLst/>
            <a:ahLst/>
            <a:cxnLst/>
            <a:rect r="r" b="b" t="t" l="l"/>
            <a:pathLst>
              <a:path h="8507813" w="11085098">
                <a:moveTo>
                  <a:pt x="0" y="0"/>
                </a:moveTo>
                <a:lnTo>
                  <a:pt x="11085098" y="0"/>
                </a:lnTo>
                <a:lnTo>
                  <a:pt x="11085098" y="8507813"/>
                </a:lnTo>
                <a:lnTo>
                  <a:pt x="0" y="8507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135" y="8767823"/>
            <a:ext cx="7192600" cy="1042927"/>
          </a:xfrm>
          <a:custGeom>
            <a:avLst/>
            <a:gdLst/>
            <a:ahLst/>
            <a:cxnLst/>
            <a:rect r="r" b="b" t="t" l="l"/>
            <a:pathLst>
              <a:path h="1042927" w="7192600">
                <a:moveTo>
                  <a:pt x="0" y="0"/>
                </a:moveTo>
                <a:lnTo>
                  <a:pt x="7192600" y="0"/>
                </a:lnTo>
                <a:lnTo>
                  <a:pt x="7192600" y="1042927"/>
                </a:lnTo>
                <a:lnTo>
                  <a:pt x="0" y="1042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868211" y="4563077"/>
            <a:ext cx="9378074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Solution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0079" y="982528"/>
            <a:ext cx="11085098" cy="8507813"/>
          </a:xfrm>
          <a:custGeom>
            <a:avLst/>
            <a:gdLst/>
            <a:ahLst/>
            <a:cxnLst/>
            <a:rect r="r" b="b" t="t" l="l"/>
            <a:pathLst>
              <a:path h="8507813" w="11085098">
                <a:moveTo>
                  <a:pt x="0" y="0"/>
                </a:moveTo>
                <a:lnTo>
                  <a:pt x="11085098" y="0"/>
                </a:lnTo>
                <a:lnTo>
                  <a:pt x="11085098" y="8507813"/>
                </a:lnTo>
                <a:lnTo>
                  <a:pt x="0" y="8507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135" y="8767823"/>
            <a:ext cx="7192600" cy="1042927"/>
          </a:xfrm>
          <a:custGeom>
            <a:avLst/>
            <a:gdLst/>
            <a:ahLst/>
            <a:cxnLst/>
            <a:rect r="r" b="b" t="t" l="l"/>
            <a:pathLst>
              <a:path h="1042927" w="7192600">
                <a:moveTo>
                  <a:pt x="0" y="0"/>
                </a:moveTo>
                <a:lnTo>
                  <a:pt x="7192600" y="0"/>
                </a:lnTo>
                <a:lnTo>
                  <a:pt x="7192600" y="1042927"/>
                </a:lnTo>
                <a:lnTo>
                  <a:pt x="0" y="1042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13426" y="7742045"/>
            <a:ext cx="8323375" cy="487555"/>
            <a:chOff x="0" y="0"/>
            <a:chExt cx="2192165" cy="128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164" cy="128409"/>
            </a:xfrm>
            <a:custGeom>
              <a:avLst/>
              <a:gdLst/>
              <a:ahLst/>
              <a:cxnLst/>
              <a:rect r="r" b="b" t="t" l="l"/>
              <a:pathLst>
                <a:path h="128409" w="2192164">
                  <a:moveTo>
                    <a:pt x="0" y="0"/>
                  </a:moveTo>
                  <a:lnTo>
                    <a:pt x="2192164" y="0"/>
                  </a:lnTo>
                  <a:lnTo>
                    <a:pt x="2192164" y="128409"/>
                  </a:lnTo>
                  <a:lnTo>
                    <a:pt x="0" y="12840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2165" cy="16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466374" y="4471944"/>
            <a:ext cx="9378074" cy="147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Q1 - Arent there two mutable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borrows here?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Shouldnt that panic at runtime?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13426" y="8148942"/>
            <a:ext cx="8323375" cy="487555"/>
            <a:chOff x="0" y="0"/>
            <a:chExt cx="2192165" cy="128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2164" cy="128409"/>
            </a:xfrm>
            <a:custGeom>
              <a:avLst/>
              <a:gdLst/>
              <a:ahLst/>
              <a:cxnLst/>
              <a:rect r="r" b="b" t="t" l="l"/>
              <a:pathLst>
                <a:path h="128409" w="2192164">
                  <a:moveTo>
                    <a:pt x="0" y="0"/>
                  </a:moveTo>
                  <a:lnTo>
                    <a:pt x="2192164" y="0"/>
                  </a:lnTo>
                  <a:lnTo>
                    <a:pt x="2192164" y="128409"/>
                  </a:lnTo>
                  <a:lnTo>
                    <a:pt x="0" y="12840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2165" cy="16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0079" y="982528"/>
            <a:ext cx="11085098" cy="8507813"/>
          </a:xfrm>
          <a:custGeom>
            <a:avLst/>
            <a:gdLst/>
            <a:ahLst/>
            <a:cxnLst/>
            <a:rect r="r" b="b" t="t" l="l"/>
            <a:pathLst>
              <a:path h="8507813" w="11085098">
                <a:moveTo>
                  <a:pt x="0" y="0"/>
                </a:moveTo>
                <a:lnTo>
                  <a:pt x="11085098" y="0"/>
                </a:lnTo>
                <a:lnTo>
                  <a:pt x="11085098" y="8507813"/>
                </a:lnTo>
                <a:lnTo>
                  <a:pt x="0" y="8507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135" y="8767823"/>
            <a:ext cx="7192600" cy="1042927"/>
          </a:xfrm>
          <a:custGeom>
            <a:avLst/>
            <a:gdLst/>
            <a:ahLst/>
            <a:cxnLst/>
            <a:rect r="r" b="b" t="t" l="l"/>
            <a:pathLst>
              <a:path h="1042927" w="7192600">
                <a:moveTo>
                  <a:pt x="0" y="0"/>
                </a:moveTo>
                <a:lnTo>
                  <a:pt x="7192600" y="0"/>
                </a:lnTo>
                <a:lnTo>
                  <a:pt x="7192600" y="1042927"/>
                </a:lnTo>
                <a:lnTo>
                  <a:pt x="0" y="1042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13426" y="7742045"/>
            <a:ext cx="8323375" cy="487555"/>
            <a:chOff x="0" y="0"/>
            <a:chExt cx="2192165" cy="128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164" cy="128409"/>
            </a:xfrm>
            <a:custGeom>
              <a:avLst/>
              <a:gdLst/>
              <a:ahLst/>
              <a:cxnLst/>
              <a:rect r="r" b="b" t="t" l="l"/>
              <a:pathLst>
                <a:path h="128409" w="2192164">
                  <a:moveTo>
                    <a:pt x="0" y="0"/>
                  </a:moveTo>
                  <a:lnTo>
                    <a:pt x="2192164" y="0"/>
                  </a:lnTo>
                  <a:lnTo>
                    <a:pt x="2192164" y="128409"/>
                  </a:lnTo>
                  <a:lnTo>
                    <a:pt x="0" y="12840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2165" cy="16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282872" y="4471944"/>
            <a:ext cx="9378074" cy="295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Q1 - Arent there two mutable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borrows here?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Shouldnt that panic at runtime?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 - First mutable borrow drops right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the 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13426" y="8148942"/>
            <a:ext cx="8323375" cy="487555"/>
            <a:chOff x="0" y="0"/>
            <a:chExt cx="2192165" cy="128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2164" cy="128409"/>
            </a:xfrm>
            <a:custGeom>
              <a:avLst/>
              <a:gdLst/>
              <a:ahLst/>
              <a:cxnLst/>
              <a:rect r="r" b="b" t="t" l="l"/>
              <a:pathLst>
                <a:path h="128409" w="2192164">
                  <a:moveTo>
                    <a:pt x="0" y="0"/>
                  </a:moveTo>
                  <a:lnTo>
                    <a:pt x="2192164" y="0"/>
                  </a:lnTo>
                  <a:lnTo>
                    <a:pt x="2192164" y="128409"/>
                  </a:lnTo>
                  <a:lnTo>
                    <a:pt x="0" y="12840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2165" cy="16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0079" y="982528"/>
            <a:ext cx="11085098" cy="8507813"/>
          </a:xfrm>
          <a:custGeom>
            <a:avLst/>
            <a:gdLst/>
            <a:ahLst/>
            <a:cxnLst/>
            <a:rect r="r" b="b" t="t" l="l"/>
            <a:pathLst>
              <a:path h="8507813" w="11085098">
                <a:moveTo>
                  <a:pt x="0" y="0"/>
                </a:moveTo>
                <a:lnTo>
                  <a:pt x="11085098" y="0"/>
                </a:lnTo>
                <a:lnTo>
                  <a:pt x="11085098" y="8507813"/>
                </a:lnTo>
                <a:lnTo>
                  <a:pt x="0" y="8507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82872" y="145500"/>
            <a:ext cx="9378074" cy="97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Q2 - Why both Rc and Refcell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are needed?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46045" y="3161104"/>
            <a:ext cx="3715645" cy="393793"/>
            <a:chOff x="0" y="0"/>
            <a:chExt cx="978606" cy="103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8606" cy="103715"/>
            </a:xfrm>
            <a:custGeom>
              <a:avLst/>
              <a:gdLst/>
              <a:ahLst/>
              <a:cxnLst/>
              <a:rect r="r" b="b" t="t" l="l"/>
              <a:pathLst>
                <a:path h="103715" w="978606">
                  <a:moveTo>
                    <a:pt x="0" y="0"/>
                  </a:moveTo>
                  <a:lnTo>
                    <a:pt x="978606" y="0"/>
                  </a:lnTo>
                  <a:lnTo>
                    <a:pt x="978606" y="103715"/>
                  </a:lnTo>
                  <a:lnTo>
                    <a:pt x="0" y="103715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8606" cy="141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0" y="3383344"/>
            <a:ext cx="7398878" cy="5678639"/>
          </a:xfrm>
          <a:custGeom>
            <a:avLst/>
            <a:gdLst/>
            <a:ahLst/>
            <a:cxnLst/>
            <a:rect r="r" b="b" t="t" l="l"/>
            <a:pathLst>
              <a:path h="5678639" w="7398878">
                <a:moveTo>
                  <a:pt x="0" y="0"/>
                </a:moveTo>
                <a:lnTo>
                  <a:pt x="7398878" y="0"/>
                </a:lnTo>
                <a:lnTo>
                  <a:pt x="7398878" y="5678639"/>
                </a:lnTo>
                <a:lnTo>
                  <a:pt x="0" y="567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383344"/>
            <a:ext cx="9084951" cy="5768944"/>
          </a:xfrm>
          <a:custGeom>
            <a:avLst/>
            <a:gdLst/>
            <a:ahLst/>
            <a:cxnLst/>
            <a:rect r="r" b="b" t="t" l="l"/>
            <a:pathLst>
              <a:path h="5768944" w="9084951">
                <a:moveTo>
                  <a:pt x="0" y="0"/>
                </a:moveTo>
                <a:lnTo>
                  <a:pt x="9084951" y="0"/>
                </a:lnTo>
                <a:lnTo>
                  <a:pt x="9084951" y="5768944"/>
                </a:lnTo>
                <a:lnTo>
                  <a:pt x="0" y="576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282872" y="279446"/>
            <a:ext cx="9378074" cy="196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Q2 - Why both Rc and Refcell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are needed?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Rc is for multiple owners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Refcell is for interior mutability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03917"/>
            <a:ext cx="11025278" cy="544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Deref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RefCell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Mutex</a:t>
            </a:r>
          </a:p>
          <a:p>
            <a:pPr algn="l" marL="949964" indent="-474982" lvl="1">
              <a:lnSpc>
                <a:spcPts val="6160"/>
              </a:lnSpc>
              <a:buAutoNum type="arabicPeriod" startAt="1"/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mpsc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24199" y="5063875"/>
            <a:ext cx="3621883" cy="2630685"/>
            <a:chOff x="0" y="0"/>
            <a:chExt cx="953911" cy="69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3911" cy="692855"/>
            </a:xfrm>
            <a:custGeom>
              <a:avLst/>
              <a:gdLst/>
              <a:ahLst/>
              <a:cxnLst/>
              <a:rect r="r" b="b" t="t" l="l"/>
              <a:pathLst>
                <a:path h="692855" w="953911">
                  <a:moveTo>
                    <a:pt x="0" y="0"/>
                  </a:moveTo>
                  <a:lnTo>
                    <a:pt x="953911" y="0"/>
                  </a:lnTo>
                  <a:lnTo>
                    <a:pt x="953911" y="692855"/>
                  </a:lnTo>
                  <a:lnTo>
                    <a:pt x="0" y="692855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53911" cy="73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89792" y="113063"/>
            <a:ext cx="2508415" cy="10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9382" y="1803917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9382" y="2639440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9382" y="3470622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56279" y="4146968"/>
            <a:ext cx="560917" cy="75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946082" y="6590113"/>
            <a:ext cx="427851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8593995" y="5305321"/>
            <a:ext cx="4278518" cy="334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Multithreaded memory management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 30 2.0 has a live class on it that we will 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DAHE80VOWmI</dc:identifier>
  <dcterms:modified xsi:type="dcterms:W3CDTF">2011-08-01T06:04:30Z</dcterms:modified>
  <cp:revision>1</cp:revision>
  <dc:title>Black and Pink Minimalist Brand Strategy Presentation</dc:title>
</cp:coreProperties>
</file>