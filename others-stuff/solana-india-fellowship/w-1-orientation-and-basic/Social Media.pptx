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Staatliches" charset="1" panose="00000000000000000000"/>
      <p:regular r:id="rId28"/>
    </p:embeddedFont>
    <p:embeddedFont>
      <p:font typeface="Canva Sans Bold" charset="1" panose="020B0803030501040103"/>
      <p:regular r:id="rId29"/>
    </p:embeddedFont>
    <p:embeddedFont>
      <p:font typeface="Canva Sans" charset="1" panose="020B05030305010401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https://www.youtube.com/watch?v=qP7LzZqGh30" TargetMode="External" Type="http://schemas.openxmlformats.org/officeDocument/2006/relationships/video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4988" y="4250703"/>
            <a:ext cx="17598024" cy="1557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99"/>
              </a:lnSpc>
            </a:pPr>
            <a:r>
              <a:rPr lang="en-US" sz="11799" spc="-530">
                <a:solidFill>
                  <a:srgbClr val="FFFFFF"/>
                </a:solidFill>
                <a:latin typeface="Staatliches"/>
                <a:ea typeface="Staatliches"/>
                <a:cs typeface="Staatliches"/>
                <a:sym typeface="Staatliches"/>
              </a:rPr>
              <a:t>Solana bootcamp 1.0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19166" y="3237931"/>
            <a:ext cx="9249669" cy="409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 weeks</a:t>
            </a:r>
          </a:p>
          <a:p>
            <a:pPr algn="ctr">
              <a:lnSpc>
                <a:spcPts val="8119"/>
              </a:lnSpc>
            </a:pPr>
            <a:r>
              <a:rPr lang="en-US" sz="5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 topics</a:t>
            </a:r>
          </a:p>
          <a:p>
            <a:pPr algn="ctr">
              <a:lnSpc>
                <a:spcPts val="8119"/>
              </a:lnSpc>
            </a:pPr>
            <a:r>
              <a:rPr lang="en-US" sz="5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~20-30 modules per week</a:t>
            </a:r>
          </a:p>
          <a:p>
            <a:pPr algn="ctr">
              <a:lnSpc>
                <a:spcPts val="8119"/>
              </a:lnSpc>
            </a:pPr>
            <a:r>
              <a:rPr lang="en-US" sz="5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Live interview every week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4677" y="241709"/>
            <a:ext cx="2070365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24352" y="1658133"/>
            <a:ext cx="14939567" cy="7354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Week 1 - Rust Basics</a:t>
            </a:r>
          </a:p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Week 2 - Rust advanced</a:t>
            </a:r>
          </a:p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Week 3 - Orderbooks and CEXs</a:t>
            </a:r>
          </a:p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Week 4 - Defi (CLMMs/DLMMs/Perps/Tokens)</a:t>
            </a:r>
          </a:p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Week 5 - Client side Wallets</a:t>
            </a:r>
          </a:p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Week 6 - Distributed key generation</a:t>
            </a:r>
          </a:p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Week 7 - Indexing</a:t>
            </a:r>
          </a:p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Week 8 - Validator infra/internals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88931" y="1655739"/>
            <a:ext cx="4470369" cy="7824963"/>
          </a:xfrm>
          <a:custGeom>
            <a:avLst/>
            <a:gdLst/>
            <a:ahLst/>
            <a:cxnLst/>
            <a:rect r="r" b="b" t="t" l="l"/>
            <a:pathLst>
              <a:path h="7824963" w="4470369">
                <a:moveTo>
                  <a:pt x="0" y="0"/>
                </a:moveTo>
                <a:lnTo>
                  <a:pt x="4470369" y="0"/>
                </a:lnTo>
                <a:lnTo>
                  <a:pt x="4470369" y="7824963"/>
                </a:lnTo>
                <a:lnTo>
                  <a:pt x="0" y="7824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3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91675" y="537544"/>
            <a:ext cx="4262603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Week 1 - Rust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3138" y="1896257"/>
            <a:ext cx="5408265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 1 - Rust (Easy)</a:t>
            </a:r>
          </a:p>
        </p:txBody>
      </p:sp>
      <p:pic>
        <p:nvPicPr>
          <p:cNvPr name="Picture 5" id="5"/>
          <p:cNvPicPr>
            <a:picLocks noChangeAspect="true"/>
          </p:cNvPicPr>
          <p:nvPr>
            <a:videoFile r:link="rId4"/>
          </p:nvPr>
        </p:nvPicPr>
        <p:blipFill>
          <a:blip r:embed="rId3"/>
          <a:stretch>
            <a:fillRect/>
          </a:stretch>
        </p:blipFill>
        <p:spPr>
          <a:xfrm rot="0">
            <a:off x="937008" y="3253219"/>
            <a:ext cx="9953293" cy="55943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157" y="1608196"/>
            <a:ext cx="11112939" cy="7070607"/>
          </a:xfrm>
          <a:custGeom>
            <a:avLst/>
            <a:gdLst/>
            <a:ahLst/>
            <a:cxnLst/>
            <a:rect r="r" b="b" t="t" l="l"/>
            <a:pathLst>
              <a:path h="7070607" w="11112939">
                <a:moveTo>
                  <a:pt x="0" y="0"/>
                </a:moveTo>
                <a:lnTo>
                  <a:pt x="11112939" y="0"/>
                </a:lnTo>
                <a:lnTo>
                  <a:pt x="11112939" y="7070608"/>
                </a:lnTo>
                <a:lnTo>
                  <a:pt x="0" y="707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43216" y="9201150"/>
            <a:ext cx="13636791" cy="448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https://github.com/solana-labs/solana/blob/master/sdk/program/src/account_info.rs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7881" y="1608196"/>
            <a:ext cx="11112939" cy="7070607"/>
          </a:xfrm>
          <a:custGeom>
            <a:avLst/>
            <a:gdLst/>
            <a:ahLst/>
            <a:cxnLst/>
            <a:rect r="r" b="b" t="t" l="l"/>
            <a:pathLst>
              <a:path h="7070607" w="11112939">
                <a:moveTo>
                  <a:pt x="0" y="0"/>
                </a:moveTo>
                <a:lnTo>
                  <a:pt x="11112939" y="0"/>
                </a:lnTo>
                <a:lnTo>
                  <a:pt x="11112939" y="7070608"/>
                </a:lnTo>
                <a:lnTo>
                  <a:pt x="0" y="707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7386" y="2201956"/>
            <a:ext cx="2104465" cy="450477"/>
            <a:chOff x="0" y="0"/>
            <a:chExt cx="554262" cy="1186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4262" cy="118644"/>
            </a:xfrm>
            <a:custGeom>
              <a:avLst/>
              <a:gdLst/>
              <a:ahLst/>
              <a:cxnLst/>
              <a:rect r="r" b="b" t="t" l="l"/>
              <a:pathLst>
                <a:path h="118644" w="554262">
                  <a:moveTo>
                    <a:pt x="0" y="0"/>
                  </a:moveTo>
                  <a:lnTo>
                    <a:pt x="554262" y="0"/>
                  </a:lnTo>
                  <a:lnTo>
                    <a:pt x="554262" y="118644"/>
                  </a:lnTo>
                  <a:lnTo>
                    <a:pt x="0" y="118644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54262" cy="17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43216" y="9201150"/>
            <a:ext cx="13636791" cy="448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https://github.com/solana-labs/solana/blob/master/sdk/program/src/account_info.rs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7881" y="1608196"/>
            <a:ext cx="11112939" cy="7070607"/>
          </a:xfrm>
          <a:custGeom>
            <a:avLst/>
            <a:gdLst/>
            <a:ahLst/>
            <a:cxnLst/>
            <a:rect r="r" b="b" t="t" l="l"/>
            <a:pathLst>
              <a:path h="7070607" w="11112939">
                <a:moveTo>
                  <a:pt x="0" y="0"/>
                </a:moveTo>
                <a:lnTo>
                  <a:pt x="11112939" y="0"/>
                </a:lnTo>
                <a:lnTo>
                  <a:pt x="11112939" y="7070608"/>
                </a:lnTo>
                <a:lnTo>
                  <a:pt x="0" y="707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7727" y="2511238"/>
            <a:ext cx="2104465" cy="450477"/>
            <a:chOff x="0" y="0"/>
            <a:chExt cx="554262" cy="1186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4262" cy="118644"/>
            </a:xfrm>
            <a:custGeom>
              <a:avLst/>
              <a:gdLst/>
              <a:ahLst/>
              <a:cxnLst/>
              <a:rect r="r" b="b" t="t" l="l"/>
              <a:pathLst>
                <a:path h="118644" w="554262">
                  <a:moveTo>
                    <a:pt x="0" y="0"/>
                  </a:moveTo>
                  <a:lnTo>
                    <a:pt x="554262" y="0"/>
                  </a:lnTo>
                  <a:lnTo>
                    <a:pt x="554262" y="118644"/>
                  </a:lnTo>
                  <a:lnTo>
                    <a:pt x="0" y="118644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54262" cy="17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43216" y="9201150"/>
            <a:ext cx="13636791" cy="448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https://github.com/solana-labs/solana/blob/master/sdk/program/src/account_info.rs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7881" y="1608196"/>
            <a:ext cx="11112939" cy="7070607"/>
          </a:xfrm>
          <a:custGeom>
            <a:avLst/>
            <a:gdLst/>
            <a:ahLst/>
            <a:cxnLst/>
            <a:rect r="r" b="b" t="t" l="l"/>
            <a:pathLst>
              <a:path h="7070607" w="11112939">
                <a:moveTo>
                  <a:pt x="0" y="0"/>
                </a:moveTo>
                <a:lnTo>
                  <a:pt x="11112939" y="0"/>
                </a:lnTo>
                <a:lnTo>
                  <a:pt x="11112939" y="7070608"/>
                </a:lnTo>
                <a:lnTo>
                  <a:pt x="0" y="707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35774" y="2820520"/>
            <a:ext cx="679077" cy="450477"/>
            <a:chOff x="0" y="0"/>
            <a:chExt cx="178851" cy="1186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851" cy="118644"/>
            </a:xfrm>
            <a:custGeom>
              <a:avLst/>
              <a:gdLst/>
              <a:ahLst/>
              <a:cxnLst/>
              <a:rect r="r" b="b" t="t" l="l"/>
              <a:pathLst>
                <a:path h="118644" w="178851">
                  <a:moveTo>
                    <a:pt x="0" y="0"/>
                  </a:moveTo>
                  <a:lnTo>
                    <a:pt x="178851" y="0"/>
                  </a:lnTo>
                  <a:lnTo>
                    <a:pt x="178851" y="118644"/>
                  </a:lnTo>
                  <a:lnTo>
                    <a:pt x="0" y="118644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78851" cy="17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43216" y="9201150"/>
            <a:ext cx="13636791" cy="448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https://github.com/solana-labs/solana/blob/master/sdk/program/src/account_info.rs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288927" y="4048685"/>
            <a:ext cx="3153335" cy="450477"/>
            <a:chOff x="0" y="0"/>
            <a:chExt cx="830508" cy="1186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0508" cy="118644"/>
            </a:xfrm>
            <a:custGeom>
              <a:avLst/>
              <a:gdLst/>
              <a:ahLst/>
              <a:cxnLst/>
              <a:rect r="r" b="b" t="t" l="l"/>
              <a:pathLst>
                <a:path h="118644" w="830508">
                  <a:moveTo>
                    <a:pt x="0" y="0"/>
                  </a:moveTo>
                  <a:lnTo>
                    <a:pt x="830508" y="0"/>
                  </a:lnTo>
                  <a:lnTo>
                    <a:pt x="830508" y="118644"/>
                  </a:lnTo>
                  <a:lnTo>
                    <a:pt x="0" y="118644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830508" cy="17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849656" y="4693023"/>
            <a:ext cx="3153335" cy="450477"/>
            <a:chOff x="0" y="0"/>
            <a:chExt cx="830508" cy="1186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0508" cy="118644"/>
            </a:xfrm>
            <a:custGeom>
              <a:avLst/>
              <a:gdLst/>
              <a:ahLst/>
              <a:cxnLst/>
              <a:rect r="r" b="b" t="t" l="l"/>
              <a:pathLst>
                <a:path h="118644" w="830508">
                  <a:moveTo>
                    <a:pt x="0" y="0"/>
                  </a:moveTo>
                  <a:lnTo>
                    <a:pt x="830508" y="0"/>
                  </a:lnTo>
                  <a:lnTo>
                    <a:pt x="830508" y="118644"/>
                  </a:lnTo>
                  <a:lnTo>
                    <a:pt x="0" y="118644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830508" cy="17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938183" y="5334000"/>
            <a:ext cx="3153335" cy="450477"/>
            <a:chOff x="0" y="0"/>
            <a:chExt cx="830508" cy="1186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0508" cy="118644"/>
            </a:xfrm>
            <a:custGeom>
              <a:avLst/>
              <a:gdLst/>
              <a:ahLst/>
              <a:cxnLst/>
              <a:rect r="r" b="b" t="t" l="l"/>
              <a:pathLst>
                <a:path h="118644" w="830508">
                  <a:moveTo>
                    <a:pt x="0" y="0"/>
                  </a:moveTo>
                  <a:lnTo>
                    <a:pt x="830508" y="0"/>
                  </a:lnTo>
                  <a:lnTo>
                    <a:pt x="830508" y="118644"/>
                  </a:lnTo>
                  <a:lnTo>
                    <a:pt x="0" y="118644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30508" cy="17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7881" y="1608196"/>
            <a:ext cx="11112939" cy="7070607"/>
          </a:xfrm>
          <a:custGeom>
            <a:avLst/>
            <a:gdLst/>
            <a:ahLst/>
            <a:cxnLst/>
            <a:rect r="r" b="b" t="t" l="l"/>
            <a:pathLst>
              <a:path h="7070607" w="11112939">
                <a:moveTo>
                  <a:pt x="0" y="0"/>
                </a:moveTo>
                <a:lnTo>
                  <a:pt x="11112939" y="0"/>
                </a:lnTo>
                <a:lnTo>
                  <a:pt x="11112939" y="7070608"/>
                </a:lnTo>
                <a:lnTo>
                  <a:pt x="0" y="707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43216" y="9201150"/>
            <a:ext cx="13636791" cy="448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https://github.com/solana-labs/solana/blob/master/sdk/program/src/account_info.rs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42945" cy="10076498"/>
          </a:xfrm>
          <a:custGeom>
            <a:avLst/>
            <a:gdLst/>
            <a:ahLst/>
            <a:cxnLst/>
            <a:rect r="r" b="b" t="t" l="l"/>
            <a:pathLst>
              <a:path h="10076498" w="10242945">
                <a:moveTo>
                  <a:pt x="0" y="0"/>
                </a:moveTo>
                <a:lnTo>
                  <a:pt x="10242945" y="0"/>
                </a:lnTo>
                <a:lnTo>
                  <a:pt x="10242945" y="10076498"/>
                </a:lnTo>
                <a:lnTo>
                  <a:pt x="0" y="10076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86450" y="9795846"/>
            <a:ext cx="8301550" cy="28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https://github.com/solana-program/token/blob/main/program/src/processor.rs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42945" cy="10076498"/>
          </a:xfrm>
          <a:custGeom>
            <a:avLst/>
            <a:gdLst/>
            <a:ahLst/>
            <a:cxnLst/>
            <a:rect r="r" b="b" t="t" l="l"/>
            <a:pathLst>
              <a:path h="10076498" w="10242945">
                <a:moveTo>
                  <a:pt x="0" y="0"/>
                </a:moveTo>
                <a:lnTo>
                  <a:pt x="10242945" y="0"/>
                </a:lnTo>
                <a:lnTo>
                  <a:pt x="10242945" y="10076498"/>
                </a:lnTo>
                <a:lnTo>
                  <a:pt x="0" y="10076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86450" y="9795846"/>
            <a:ext cx="8301550" cy="28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https://github.com/solana-program/token/blob/main/program/src/processor.rs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23532" y="0"/>
            <a:ext cx="2104465" cy="450477"/>
            <a:chOff x="0" y="0"/>
            <a:chExt cx="554262" cy="1186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4262" cy="118644"/>
            </a:xfrm>
            <a:custGeom>
              <a:avLst/>
              <a:gdLst/>
              <a:ahLst/>
              <a:cxnLst/>
              <a:rect r="r" b="b" t="t" l="l"/>
              <a:pathLst>
                <a:path h="118644" w="554262">
                  <a:moveTo>
                    <a:pt x="0" y="0"/>
                  </a:moveTo>
                  <a:lnTo>
                    <a:pt x="554262" y="0"/>
                  </a:lnTo>
                  <a:lnTo>
                    <a:pt x="554262" y="118644"/>
                  </a:lnTo>
                  <a:lnTo>
                    <a:pt x="0" y="118644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54262" cy="17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42945" cy="10076498"/>
          </a:xfrm>
          <a:custGeom>
            <a:avLst/>
            <a:gdLst/>
            <a:ahLst/>
            <a:cxnLst/>
            <a:rect r="r" b="b" t="t" l="l"/>
            <a:pathLst>
              <a:path h="10076498" w="10242945">
                <a:moveTo>
                  <a:pt x="0" y="0"/>
                </a:moveTo>
                <a:lnTo>
                  <a:pt x="10242945" y="0"/>
                </a:lnTo>
                <a:lnTo>
                  <a:pt x="10242945" y="10076498"/>
                </a:lnTo>
                <a:lnTo>
                  <a:pt x="0" y="10076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86450" y="9795846"/>
            <a:ext cx="8301550" cy="28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https://github.com/solana-program/token/blob/main/program/src/processor.rs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96738" y="1028700"/>
            <a:ext cx="2077951" cy="349624"/>
            <a:chOff x="0" y="0"/>
            <a:chExt cx="547279" cy="920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7279" cy="92082"/>
            </a:xfrm>
            <a:custGeom>
              <a:avLst/>
              <a:gdLst/>
              <a:ahLst/>
              <a:cxnLst/>
              <a:rect r="r" b="b" t="t" l="l"/>
              <a:pathLst>
                <a:path h="92082" w="547279">
                  <a:moveTo>
                    <a:pt x="0" y="0"/>
                  </a:moveTo>
                  <a:lnTo>
                    <a:pt x="547279" y="0"/>
                  </a:lnTo>
                  <a:lnTo>
                    <a:pt x="547279" y="92082"/>
                  </a:lnTo>
                  <a:lnTo>
                    <a:pt x="0" y="92082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47279" cy="149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42945" cy="10076498"/>
          </a:xfrm>
          <a:custGeom>
            <a:avLst/>
            <a:gdLst/>
            <a:ahLst/>
            <a:cxnLst/>
            <a:rect r="r" b="b" t="t" l="l"/>
            <a:pathLst>
              <a:path h="10076498" w="10242945">
                <a:moveTo>
                  <a:pt x="0" y="0"/>
                </a:moveTo>
                <a:lnTo>
                  <a:pt x="10242945" y="0"/>
                </a:lnTo>
                <a:lnTo>
                  <a:pt x="10242945" y="10076498"/>
                </a:lnTo>
                <a:lnTo>
                  <a:pt x="0" y="10076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9162" y="1512794"/>
            <a:ext cx="2077951" cy="349624"/>
            <a:chOff x="0" y="0"/>
            <a:chExt cx="547279" cy="920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7279" cy="92082"/>
            </a:xfrm>
            <a:custGeom>
              <a:avLst/>
              <a:gdLst/>
              <a:ahLst/>
              <a:cxnLst/>
              <a:rect r="r" b="b" t="t" l="l"/>
              <a:pathLst>
                <a:path h="92082" w="547279">
                  <a:moveTo>
                    <a:pt x="0" y="0"/>
                  </a:moveTo>
                  <a:lnTo>
                    <a:pt x="547279" y="0"/>
                  </a:lnTo>
                  <a:lnTo>
                    <a:pt x="547279" y="92082"/>
                  </a:lnTo>
                  <a:lnTo>
                    <a:pt x="0" y="92082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7279" cy="149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476284" y="1284902"/>
            <a:ext cx="7321881" cy="805407"/>
          </a:xfrm>
          <a:custGeom>
            <a:avLst/>
            <a:gdLst/>
            <a:ahLst/>
            <a:cxnLst/>
            <a:rect r="r" b="b" t="t" l="l"/>
            <a:pathLst>
              <a:path h="805407" w="7321881">
                <a:moveTo>
                  <a:pt x="0" y="0"/>
                </a:moveTo>
                <a:lnTo>
                  <a:pt x="7321881" y="0"/>
                </a:lnTo>
                <a:lnTo>
                  <a:pt x="7321881" y="805407"/>
                </a:lnTo>
                <a:lnTo>
                  <a:pt x="0" y="8054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86450" y="9795846"/>
            <a:ext cx="8301550" cy="28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https://github.com/solana-program/token/blob/main/program/src/processor.rs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22198" y="2179766"/>
            <a:ext cx="6830053" cy="1144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 aliases</a:t>
            </a:r>
          </a:p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(different from associative types)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42945" cy="10076498"/>
          </a:xfrm>
          <a:custGeom>
            <a:avLst/>
            <a:gdLst/>
            <a:ahLst/>
            <a:cxnLst/>
            <a:rect r="r" b="b" t="t" l="l"/>
            <a:pathLst>
              <a:path h="10076498" w="10242945">
                <a:moveTo>
                  <a:pt x="0" y="0"/>
                </a:moveTo>
                <a:lnTo>
                  <a:pt x="10242945" y="0"/>
                </a:lnTo>
                <a:lnTo>
                  <a:pt x="10242945" y="10076498"/>
                </a:lnTo>
                <a:lnTo>
                  <a:pt x="0" y="10076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5715" y="1727947"/>
            <a:ext cx="4445758" cy="349624"/>
            <a:chOff x="0" y="0"/>
            <a:chExt cx="1170899" cy="920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0899" cy="92082"/>
            </a:xfrm>
            <a:custGeom>
              <a:avLst/>
              <a:gdLst/>
              <a:ahLst/>
              <a:cxnLst/>
              <a:rect r="r" b="b" t="t" l="l"/>
              <a:pathLst>
                <a:path h="92082" w="1170899">
                  <a:moveTo>
                    <a:pt x="0" y="0"/>
                  </a:moveTo>
                  <a:lnTo>
                    <a:pt x="1170899" y="0"/>
                  </a:lnTo>
                  <a:lnTo>
                    <a:pt x="1170899" y="92082"/>
                  </a:lnTo>
                  <a:lnTo>
                    <a:pt x="0" y="92082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170899" cy="149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986450" y="9795846"/>
            <a:ext cx="8301550" cy="28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https://github.com/solana-program/token/blob/main/program/src/processor.rs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22763" y="1377444"/>
            <a:ext cx="6882309" cy="152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&amp;mut reference?</a:t>
            </a:r>
          </a:p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 I mutate the values inside the arr?</a:t>
            </a:r>
          </a:p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can I mutate?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42945" cy="10076498"/>
          </a:xfrm>
          <a:custGeom>
            <a:avLst/>
            <a:gdLst/>
            <a:ahLst/>
            <a:cxnLst/>
            <a:rect r="r" b="b" t="t" l="l"/>
            <a:pathLst>
              <a:path h="10076498" w="10242945">
                <a:moveTo>
                  <a:pt x="0" y="0"/>
                </a:moveTo>
                <a:lnTo>
                  <a:pt x="10242945" y="0"/>
                </a:lnTo>
                <a:lnTo>
                  <a:pt x="10242945" y="10076498"/>
                </a:lnTo>
                <a:lnTo>
                  <a:pt x="0" y="10076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7420" y="1994501"/>
            <a:ext cx="5185346" cy="349624"/>
            <a:chOff x="0" y="0"/>
            <a:chExt cx="1365688" cy="920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5688" cy="92082"/>
            </a:xfrm>
            <a:custGeom>
              <a:avLst/>
              <a:gdLst/>
              <a:ahLst/>
              <a:cxnLst/>
              <a:rect r="r" b="b" t="t" l="l"/>
              <a:pathLst>
                <a:path h="92082" w="1365688">
                  <a:moveTo>
                    <a:pt x="0" y="0"/>
                  </a:moveTo>
                  <a:lnTo>
                    <a:pt x="1365688" y="0"/>
                  </a:lnTo>
                  <a:lnTo>
                    <a:pt x="1365688" y="92082"/>
                  </a:lnTo>
                  <a:lnTo>
                    <a:pt x="0" y="92082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365688" cy="149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637916" y="3987620"/>
            <a:ext cx="7303325" cy="1780186"/>
          </a:xfrm>
          <a:custGeom>
            <a:avLst/>
            <a:gdLst/>
            <a:ahLst/>
            <a:cxnLst/>
            <a:rect r="r" b="b" t="t" l="l"/>
            <a:pathLst>
              <a:path h="1780186" w="7303325">
                <a:moveTo>
                  <a:pt x="0" y="0"/>
                </a:moveTo>
                <a:lnTo>
                  <a:pt x="7303325" y="0"/>
                </a:lnTo>
                <a:lnTo>
                  <a:pt x="7303325" y="1780186"/>
                </a:lnTo>
                <a:lnTo>
                  <a:pt x="0" y="1780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86450" y="9795846"/>
            <a:ext cx="8301550" cy="28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https://github.com/solana-program/token/blob/main/program/src/processor.rs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22763" y="1377444"/>
            <a:ext cx="6882309" cy="152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&amp;mut reference?</a:t>
            </a:r>
          </a:p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 I mutate the values inside the arr?</a:t>
            </a:r>
          </a:p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can I mutate?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37916" y="5829540"/>
            <a:ext cx="7303325" cy="101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https://github.com/rust-lang/rust/blob/main/library/core/src/iter/traits/iterator.rs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42945" cy="10076498"/>
          </a:xfrm>
          <a:custGeom>
            <a:avLst/>
            <a:gdLst/>
            <a:ahLst/>
            <a:cxnLst/>
            <a:rect r="r" b="b" t="t" l="l"/>
            <a:pathLst>
              <a:path h="10076498" w="10242945">
                <a:moveTo>
                  <a:pt x="0" y="0"/>
                </a:moveTo>
                <a:lnTo>
                  <a:pt x="10242945" y="0"/>
                </a:lnTo>
                <a:lnTo>
                  <a:pt x="10242945" y="10076498"/>
                </a:lnTo>
                <a:lnTo>
                  <a:pt x="0" y="10076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879726" y="1994501"/>
            <a:ext cx="183041" cy="349624"/>
            <a:chOff x="0" y="0"/>
            <a:chExt cx="48208" cy="920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208" cy="92082"/>
            </a:xfrm>
            <a:custGeom>
              <a:avLst/>
              <a:gdLst/>
              <a:ahLst/>
              <a:cxnLst/>
              <a:rect r="r" b="b" t="t" l="l"/>
              <a:pathLst>
                <a:path h="92082" w="48208">
                  <a:moveTo>
                    <a:pt x="0" y="0"/>
                  </a:moveTo>
                  <a:lnTo>
                    <a:pt x="48208" y="0"/>
                  </a:lnTo>
                  <a:lnTo>
                    <a:pt x="48208" y="92082"/>
                  </a:lnTo>
                  <a:lnTo>
                    <a:pt x="0" y="92082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208" cy="149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637916" y="3987620"/>
            <a:ext cx="7303325" cy="1780186"/>
          </a:xfrm>
          <a:custGeom>
            <a:avLst/>
            <a:gdLst/>
            <a:ahLst/>
            <a:cxnLst/>
            <a:rect r="r" b="b" t="t" l="l"/>
            <a:pathLst>
              <a:path h="1780186" w="7303325">
                <a:moveTo>
                  <a:pt x="0" y="0"/>
                </a:moveTo>
                <a:lnTo>
                  <a:pt x="7303325" y="0"/>
                </a:lnTo>
                <a:lnTo>
                  <a:pt x="7303325" y="1780186"/>
                </a:lnTo>
                <a:lnTo>
                  <a:pt x="0" y="1780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86450" y="9795846"/>
            <a:ext cx="8301550" cy="28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https://github.com/solana-program/token/blob/main/program/src/processor.rs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22763" y="1377444"/>
            <a:ext cx="6882309" cy="152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&amp;mut reference?</a:t>
            </a:r>
          </a:p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 I mutate the values inside the arr?</a:t>
            </a:r>
          </a:p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can I mutate?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37916" y="5829540"/>
            <a:ext cx="7303325" cy="101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https://github.com/rust-lang/rust/blob/main/library/core/src/iter/traits/iterator.rs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42945" cy="10076498"/>
          </a:xfrm>
          <a:custGeom>
            <a:avLst/>
            <a:gdLst/>
            <a:ahLst/>
            <a:cxnLst/>
            <a:rect r="r" b="b" t="t" l="l"/>
            <a:pathLst>
              <a:path h="10076498" w="10242945">
                <a:moveTo>
                  <a:pt x="0" y="0"/>
                </a:moveTo>
                <a:lnTo>
                  <a:pt x="10242945" y="0"/>
                </a:lnTo>
                <a:lnTo>
                  <a:pt x="10242945" y="10076498"/>
                </a:lnTo>
                <a:lnTo>
                  <a:pt x="0" y="10076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86450" y="9795846"/>
            <a:ext cx="8301550" cy="28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https://github.com/solana-program/token/blob/main/program/src/processor.rs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83291" y="2467535"/>
            <a:ext cx="4619445" cy="1317812"/>
            <a:chOff x="0" y="0"/>
            <a:chExt cx="1216644" cy="3470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6644" cy="347078"/>
            </a:xfrm>
            <a:custGeom>
              <a:avLst/>
              <a:gdLst/>
              <a:ahLst/>
              <a:cxnLst/>
              <a:rect r="r" b="b" t="t" l="l"/>
              <a:pathLst>
                <a:path h="347078" w="1216644">
                  <a:moveTo>
                    <a:pt x="0" y="0"/>
                  </a:moveTo>
                  <a:lnTo>
                    <a:pt x="1216644" y="0"/>
                  </a:lnTo>
                  <a:lnTo>
                    <a:pt x="1216644" y="347078"/>
                  </a:lnTo>
                  <a:lnTo>
                    <a:pt x="0" y="347078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16644" cy="404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42945" cy="10076498"/>
          </a:xfrm>
          <a:custGeom>
            <a:avLst/>
            <a:gdLst/>
            <a:ahLst/>
            <a:cxnLst/>
            <a:rect r="r" b="b" t="t" l="l"/>
            <a:pathLst>
              <a:path h="10076498" w="10242945">
                <a:moveTo>
                  <a:pt x="0" y="0"/>
                </a:moveTo>
                <a:lnTo>
                  <a:pt x="10242945" y="0"/>
                </a:lnTo>
                <a:lnTo>
                  <a:pt x="10242945" y="10076498"/>
                </a:lnTo>
                <a:lnTo>
                  <a:pt x="0" y="10076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86450" y="9795846"/>
            <a:ext cx="8301550" cy="28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https://github.com/solana-program/token/blob/main/program/src/processor.rs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9503" y="3610535"/>
            <a:ext cx="6313774" cy="1627094"/>
            <a:chOff x="0" y="0"/>
            <a:chExt cx="1662887" cy="4285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2887" cy="428535"/>
            </a:xfrm>
            <a:custGeom>
              <a:avLst/>
              <a:gdLst/>
              <a:ahLst/>
              <a:cxnLst/>
              <a:rect r="r" b="b" t="t" l="l"/>
              <a:pathLst>
                <a:path h="428535" w="1662887">
                  <a:moveTo>
                    <a:pt x="0" y="0"/>
                  </a:moveTo>
                  <a:lnTo>
                    <a:pt x="1662887" y="0"/>
                  </a:lnTo>
                  <a:lnTo>
                    <a:pt x="1662887" y="428535"/>
                  </a:lnTo>
                  <a:lnTo>
                    <a:pt x="0" y="428535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662887" cy="485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572749" y="2051237"/>
            <a:ext cx="6313774" cy="62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Old approach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5857539" y="2513818"/>
            <a:ext cx="5443370" cy="158081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>
            <a:off x="2399788" y="4758018"/>
            <a:ext cx="9625404" cy="137754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0" id="10"/>
          <p:cNvSpPr txBox="true"/>
          <p:nvPr/>
        </p:nvSpPr>
        <p:spPr>
          <a:xfrm rot="0">
            <a:off x="10945526" y="5787253"/>
            <a:ext cx="6313774" cy="62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New approach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42945" cy="10076498"/>
          </a:xfrm>
          <a:custGeom>
            <a:avLst/>
            <a:gdLst/>
            <a:ahLst/>
            <a:cxnLst/>
            <a:rect r="r" b="b" t="t" l="l"/>
            <a:pathLst>
              <a:path h="10076498" w="10242945">
                <a:moveTo>
                  <a:pt x="0" y="0"/>
                </a:moveTo>
                <a:lnTo>
                  <a:pt x="10242945" y="0"/>
                </a:lnTo>
                <a:lnTo>
                  <a:pt x="10242945" y="10076498"/>
                </a:lnTo>
                <a:lnTo>
                  <a:pt x="0" y="10076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86450" y="9795846"/>
            <a:ext cx="8301550" cy="28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https://github.com/solana-program/token/blob/main/program/src/processor.rs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96738" y="5291417"/>
            <a:ext cx="6932339" cy="363071"/>
            <a:chOff x="0" y="0"/>
            <a:chExt cx="1825801" cy="956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5801" cy="95624"/>
            </a:xfrm>
            <a:custGeom>
              <a:avLst/>
              <a:gdLst/>
              <a:ahLst/>
              <a:cxnLst/>
              <a:rect r="r" b="b" t="t" l="l"/>
              <a:pathLst>
                <a:path h="95624" w="1825801">
                  <a:moveTo>
                    <a:pt x="0" y="0"/>
                  </a:moveTo>
                  <a:lnTo>
                    <a:pt x="1825801" y="0"/>
                  </a:lnTo>
                  <a:lnTo>
                    <a:pt x="1825801" y="95624"/>
                  </a:lnTo>
                  <a:lnTo>
                    <a:pt x="0" y="95624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825801" cy="152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42945" cy="10076498"/>
          </a:xfrm>
          <a:custGeom>
            <a:avLst/>
            <a:gdLst/>
            <a:ahLst/>
            <a:cxnLst/>
            <a:rect r="r" b="b" t="t" l="l"/>
            <a:pathLst>
              <a:path h="10076498" w="10242945">
                <a:moveTo>
                  <a:pt x="0" y="0"/>
                </a:moveTo>
                <a:lnTo>
                  <a:pt x="10242945" y="0"/>
                </a:lnTo>
                <a:lnTo>
                  <a:pt x="10242945" y="10076498"/>
                </a:lnTo>
                <a:lnTo>
                  <a:pt x="0" y="10076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83491" y="5291417"/>
            <a:ext cx="2306551" cy="363071"/>
            <a:chOff x="0" y="0"/>
            <a:chExt cx="607487" cy="956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7487" cy="95624"/>
            </a:xfrm>
            <a:custGeom>
              <a:avLst/>
              <a:gdLst/>
              <a:ahLst/>
              <a:cxnLst/>
              <a:rect r="r" b="b" t="t" l="l"/>
              <a:pathLst>
                <a:path h="95624" w="607487">
                  <a:moveTo>
                    <a:pt x="0" y="0"/>
                  </a:moveTo>
                  <a:lnTo>
                    <a:pt x="607487" y="0"/>
                  </a:lnTo>
                  <a:lnTo>
                    <a:pt x="607487" y="95624"/>
                  </a:lnTo>
                  <a:lnTo>
                    <a:pt x="0" y="95624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607487" cy="152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340514" y="187478"/>
            <a:ext cx="5601362" cy="4341056"/>
          </a:xfrm>
          <a:custGeom>
            <a:avLst/>
            <a:gdLst/>
            <a:ahLst/>
            <a:cxnLst/>
            <a:rect r="r" b="b" t="t" l="l"/>
            <a:pathLst>
              <a:path h="4341056" w="5601362">
                <a:moveTo>
                  <a:pt x="0" y="0"/>
                </a:moveTo>
                <a:lnTo>
                  <a:pt x="5601362" y="0"/>
                </a:lnTo>
                <a:lnTo>
                  <a:pt x="5601362" y="4341056"/>
                </a:lnTo>
                <a:lnTo>
                  <a:pt x="0" y="4341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40514" y="4528534"/>
            <a:ext cx="6457496" cy="3148029"/>
          </a:xfrm>
          <a:custGeom>
            <a:avLst/>
            <a:gdLst/>
            <a:ahLst/>
            <a:cxnLst/>
            <a:rect r="r" b="b" t="t" l="l"/>
            <a:pathLst>
              <a:path h="3148029" w="6457496">
                <a:moveTo>
                  <a:pt x="0" y="0"/>
                </a:moveTo>
                <a:lnTo>
                  <a:pt x="6457496" y="0"/>
                </a:lnTo>
                <a:lnTo>
                  <a:pt x="6457496" y="3148029"/>
                </a:lnTo>
                <a:lnTo>
                  <a:pt x="0" y="31480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40514" y="7676563"/>
            <a:ext cx="6697139" cy="1975656"/>
          </a:xfrm>
          <a:custGeom>
            <a:avLst/>
            <a:gdLst/>
            <a:ahLst/>
            <a:cxnLst/>
            <a:rect r="r" b="b" t="t" l="l"/>
            <a:pathLst>
              <a:path h="1975656" w="6697139">
                <a:moveTo>
                  <a:pt x="0" y="0"/>
                </a:moveTo>
                <a:lnTo>
                  <a:pt x="6697139" y="0"/>
                </a:lnTo>
                <a:lnTo>
                  <a:pt x="6697139" y="1975656"/>
                </a:lnTo>
                <a:lnTo>
                  <a:pt x="0" y="1975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86450" y="9795846"/>
            <a:ext cx="8301550" cy="28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https://github.com/solana-program/token/blob/main/program/src/processor.rs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69591" y="9371566"/>
            <a:ext cx="8838985" cy="28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https://github.com/solana-labs/solana/blob/master/sdk/program/src/program_pack.rs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42945" cy="10076498"/>
          </a:xfrm>
          <a:custGeom>
            <a:avLst/>
            <a:gdLst/>
            <a:ahLst/>
            <a:cxnLst/>
            <a:rect r="r" b="b" t="t" l="l"/>
            <a:pathLst>
              <a:path h="10076498" w="10242945">
                <a:moveTo>
                  <a:pt x="0" y="0"/>
                </a:moveTo>
                <a:lnTo>
                  <a:pt x="10242945" y="0"/>
                </a:lnTo>
                <a:lnTo>
                  <a:pt x="10242945" y="10076498"/>
                </a:lnTo>
                <a:lnTo>
                  <a:pt x="0" y="10076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561914" y="5304864"/>
            <a:ext cx="2871327" cy="363071"/>
            <a:chOff x="0" y="0"/>
            <a:chExt cx="756234" cy="956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56234" cy="95624"/>
            </a:xfrm>
            <a:custGeom>
              <a:avLst/>
              <a:gdLst/>
              <a:ahLst/>
              <a:cxnLst/>
              <a:rect r="r" b="b" t="t" l="l"/>
              <a:pathLst>
                <a:path h="95624" w="756234">
                  <a:moveTo>
                    <a:pt x="0" y="0"/>
                  </a:moveTo>
                  <a:lnTo>
                    <a:pt x="756234" y="0"/>
                  </a:lnTo>
                  <a:lnTo>
                    <a:pt x="756234" y="95624"/>
                  </a:lnTo>
                  <a:lnTo>
                    <a:pt x="0" y="95624"/>
                  </a:lnTo>
                  <a:close/>
                </a:path>
              </a:pathLst>
            </a:custGeom>
            <a:ln w="5715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756234" cy="152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876558" y="1964757"/>
            <a:ext cx="7158059" cy="6146983"/>
          </a:xfrm>
          <a:custGeom>
            <a:avLst/>
            <a:gdLst/>
            <a:ahLst/>
            <a:cxnLst/>
            <a:rect r="r" b="b" t="t" l="l"/>
            <a:pathLst>
              <a:path h="6146983" w="7158059">
                <a:moveTo>
                  <a:pt x="0" y="0"/>
                </a:moveTo>
                <a:lnTo>
                  <a:pt x="7158059" y="0"/>
                </a:lnTo>
                <a:lnTo>
                  <a:pt x="7158059" y="6146983"/>
                </a:lnTo>
                <a:lnTo>
                  <a:pt x="0" y="6146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86450" y="9795846"/>
            <a:ext cx="8301550" cy="28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https://github.com/solana-program/token/blob/main/program/src/processor.rs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7433241" y="4363571"/>
            <a:ext cx="3894561" cy="112282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DAHEYBTyw14</dc:identifier>
  <dcterms:modified xsi:type="dcterms:W3CDTF">2011-08-01T06:04:30Z</dcterms:modified>
  <cp:revision>1</cp:revision>
  <dc:title>Social Media</dc:title>
</cp:coreProperties>
</file>