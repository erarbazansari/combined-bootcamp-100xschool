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8288000" cy="10287000"/>
  <p:notesSz cx="6858000" cy="9144000"/>
  <p:embeddedFontLst>
    <p:embeddedFont>
      <p:font typeface="Archivo Black" charset="1" panose="020B0A03020202020B04"/>
      <p:regular r:id="rId51"/>
    </p:embeddedFont>
    <p:embeddedFont>
      <p:font typeface="Bebas Neue" charset="1" panose="00000500000000000000"/>
      <p:regular r:id="rId52"/>
    </p:embeddedFont>
    <p:embeddedFont>
      <p:font typeface="Garet" charset="1" panose="00000000000000000000"/>
      <p:regular r:id="rId53"/>
    </p:embeddedFont>
    <p:embeddedFont>
      <p:font typeface="Arimo" charset="1" panose="020B0604020202020204"/>
      <p:regular r:id="rId54"/>
    </p:embeddedFont>
    <p:embeddedFont>
      <p:font typeface="Canva Sans Bold" charset="1" panose="020B0803030501040103"/>
      <p:regular r:id="rId55"/>
    </p:embeddedFont>
    <p:embeddedFont>
      <p:font typeface="Bebas Neue Bold" charset="1" panose="020B0606020202050201"/>
      <p:regular r:id="rId56"/>
    </p:embeddedFont>
    <p:embeddedFont>
      <p:font typeface="Canva Sans" charset="1" panose="020B0503030501040103"/>
      <p:regular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https://github.com/100xdevs-cohort-3/sol-name-contract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https://github.com/100xdevs-cohort-3/sol-name-contract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https://github.com/100xdevs-cohort-3/sol-name-contract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https://github.com/100xdevs-cohort-3/sol-name-contract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0031" y="9351544"/>
            <a:ext cx="740300" cy="70556"/>
            <a:chOff x="0" y="0"/>
            <a:chExt cx="987066" cy="9407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4074" cy="94074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225778" y="0"/>
              <a:ext cx="94074" cy="94074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47638" y="0"/>
              <a:ext cx="94074" cy="94074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670311" y="0"/>
              <a:ext cx="94074" cy="94074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892992" y="0"/>
              <a:ext cx="94074" cy="94074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0" y="0"/>
            <a:ext cx="16285488" cy="10287000"/>
          </a:xfrm>
          <a:custGeom>
            <a:avLst/>
            <a:gdLst/>
            <a:ahLst/>
            <a:cxnLst/>
            <a:rect r="r" b="b" t="t" l="l"/>
            <a:pathLst>
              <a:path h="10287000" w="16285488">
                <a:moveTo>
                  <a:pt x="0" y="0"/>
                </a:moveTo>
                <a:lnTo>
                  <a:pt x="16285488" y="0"/>
                </a:lnTo>
                <a:lnTo>
                  <a:pt x="162854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" r="0" b="-3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7001" y="899622"/>
            <a:ext cx="592967" cy="510864"/>
          </a:xfrm>
          <a:custGeom>
            <a:avLst/>
            <a:gdLst/>
            <a:ahLst/>
            <a:cxnLst/>
            <a:rect r="r" b="b" t="t" l="l"/>
            <a:pathLst>
              <a:path h="510864" w="592967">
                <a:moveTo>
                  <a:pt x="0" y="0"/>
                </a:moveTo>
                <a:lnTo>
                  <a:pt x="592967" y="0"/>
                </a:lnTo>
                <a:lnTo>
                  <a:pt x="592967" y="510864"/>
                </a:lnTo>
                <a:lnTo>
                  <a:pt x="0" y="510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574360" y="3179123"/>
            <a:ext cx="11139280" cy="290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0"/>
              </a:lnSpc>
            </a:pPr>
            <a:r>
              <a:rPr lang="en-US" sz="16900" spc="77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PDAS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08140" y="911860"/>
            <a:ext cx="140159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148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LOGO</a:t>
            </a:r>
          </a:p>
        </p:txBody>
      </p:sp>
      <p:sp>
        <p:nvSpPr>
          <p:cNvPr name="TextBox 17" id="17"/>
          <p:cNvSpPr txBox="true"/>
          <p:nvPr/>
        </p:nvSpPr>
        <p:spPr>
          <a:xfrm rot="-5400000">
            <a:off x="-1906160" y="4992873"/>
            <a:ext cx="590411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spc="982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creative</a:t>
            </a:r>
          </a:p>
        </p:txBody>
      </p:sp>
      <p:sp>
        <p:nvSpPr>
          <p:cNvPr name="TextBox 18" id="18"/>
          <p:cNvSpPr txBox="true"/>
          <p:nvPr/>
        </p:nvSpPr>
        <p:spPr>
          <a:xfrm rot="-5400000">
            <a:off x="14220311" y="4992873"/>
            <a:ext cx="590411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spc="982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2025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01730" y="6093138"/>
            <a:ext cx="408454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spc="5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 SOLANA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0031" y="9351544"/>
            <a:ext cx="740300" cy="70556"/>
            <a:chOff x="0" y="0"/>
            <a:chExt cx="987066" cy="9407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4074" cy="94074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225778" y="0"/>
              <a:ext cx="94074" cy="94074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47638" y="0"/>
              <a:ext cx="94074" cy="94074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670311" y="0"/>
              <a:ext cx="94074" cy="94074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892992" y="0"/>
              <a:ext cx="94074" cy="94074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917001" y="899622"/>
            <a:ext cx="592967" cy="510864"/>
          </a:xfrm>
          <a:custGeom>
            <a:avLst/>
            <a:gdLst/>
            <a:ahLst/>
            <a:cxnLst/>
            <a:rect r="r" b="b" t="t" l="l"/>
            <a:pathLst>
              <a:path h="510864" w="592967">
                <a:moveTo>
                  <a:pt x="0" y="0"/>
                </a:moveTo>
                <a:lnTo>
                  <a:pt x="592967" y="0"/>
                </a:lnTo>
                <a:lnTo>
                  <a:pt x="592967" y="510864"/>
                </a:lnTo>
                <a:lnTo>
                  <a:pt x="0" y="510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18057" y="473585"/>
            <a:ext cx="17353811" cy="8351522"/>
          </a:xfrm>
          <a:custGeom>
            <a:avLst/>
            <a:gdLst/>
            <a:ahLst/>
            <a:cxnLst/>
            <a:rect r="r" b="b" t="t" l="l"/>
            <a:pathLst>
              <a:path h="8351522" w="17353811">
                <a:moveTo>
                  <a:pt x="0" y="0"/>
                </a:moveTo>
                <a:lnTo>
                  <a:pt x="17353811" y="0"/>
                </a:lnTo>
                <a:lnTo>
                  <a:pt x="17353811" y="8351521"/>
                </a:lnTo>
                <a:lnTo>
                  <a:pt x="0" y="835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-5400000">
            <a:off x="14220311" y="4992873"/>
            <a:ext cx="590411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spc="982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2025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8057" y="9019756"/>
            <a:ext cx="1593089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spc="5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HTTPS://SOLANA.COM/DOCS/CORE/PDA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0031" y="9351544"/>
            <a:ext cx="740300" cy="70556"/>
            <a:chOff x="0" y="0"/>
            <a:chExt cx="987066" cy="9407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4074" cy="94074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225778" y="0"/>
              <a:ext cx="94074" cy="94074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47638" y="0"/>
              <a:ext cx="94074" cy="94074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670311" y="0"/>
              <a:ext cx="94074" cy="94074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892992" y="0"/>
              <a:ext cx="94074" cy="94074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917001" y="899622"/>
            <a:ext cx="592967" cy="510864"/>
          </a:xfrm>
          <a:custGeom>
            <a:avLst/>
            <a:gdLst/>
            <a:ahLst/>
            <a:cxnLst/>
            <a:rect r="r" b="b" t="t" l="l"/>
            <a:pathLst>
              <a:path h="510864" w="592967">
                <a:moveTo>
                  <a:pt x="0" y="0"/>
                </a:moveTo>
                <a:lnTo>
                  <a:pt x="592967" y="0"/>
                </a:lnTo>
                <a:lnTo>
                  <a:pt x="592967" y="510864"/>
                </a:lnTo>
                <a:lnTo>
                  <a:pt x="0" y="510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18057" y="473585"/>
            <a:ext cx="17353811" cy="8351522"/>
          </a:xfrm>
          <a:custGeom>
            <a:avLst/>
            <a:gdLst/>
            <a:ahLst/>
            <a:cxnLst/>
            <a:rect r="r" b="b" t="t" l="l"/>
            <a:pathLst>
              <a:path h="8351522" w="17353811">
                <a:moveTo>
                  <a:pt x="0" y="0"/>
                </a:moveTo>
                <a:lnTo>
                  <a:pt x="17353811" y="0"/>
                </a:lnTo>
                <a:lnTo>
                  <a:pt x="17353811" y="8351521"/>
                </a:lnTo>
                <a:lnTo>
                  <a:pt x="0" y="83515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18057" y="3106295"/>
            <a:ext cx="16687308" cy="1770613"/>
            <a:chOff x="0" y="0"/>
            <a:chExt cx="4395011" cy="4663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95011" cy="466334"/>
            </a:xfrm>
            <a:custGeom>
              <a:avLst/>
              <a:gdLst/>
              <a:ahLst/>
              <a:cxnLst/>
              <a:rect r="r" b="b" t="t" l="l"/>
              <a:pathLst>
                <a:path h="466334" w="4395011">
                  <a:moveTo>
                    <a:pt x="23661" y="0"/>
                  </a:moveTo>
                  <a:lnTo>
                    <a:pt x="4371350" y="0"/>
                  </a:lnTo>
                  <a:cubicBezTo>
                    <a:pt x="4377625" y="0"/>
                    <a:pt x="4383644" y="2493"/>
                    <a:pt x="4388081" y="6930"/>
                  </a:cubicBezTo>
                  <a:cubicBezTo>
                    <a:pt x="4392518" y="11367"/>
                    <a:pt x="4395011" y="17386"/>
                    <a:pt x="4395011" y="23661"/>
                  </a:cubicBezTo>
                  <a:lnTo>
                    <a:pt x="4395011" y="442673"/>
                  </a:lnTo>
                  <a:cubicBezTo>
                    <a:pt x="4395011" y="448949"/>
                    <a:pt x="4392518" y="454967"/>
                    <a:pt x="4388081" y="459404"/>
                  </a:cubicBezTo>
                  <a:cubicBezTo>
                    <a:pt x="4383644" y="463841"/>
                    <a:pt x="4377625" y="466334"/>
                    <a:pt x="4371350" y="466334"/>
                  </a:cubicBezTo>
                  <a:lnTo>
                    <a:pt x="23661" y="466334"/>
                  </a:lnTo>
                  <a:cubicBezTo>
                    <a:pt x="17386" y="466334"/>
                    <a:pt x="11367" y="463841"/>
                    <a:pt x="6930" y="459404"/>
                  </a:cubicBezTo>
                  <a:cubicBezTo>
                    <a:pt x="2493" y="454967"/>
                    <a:pt x="0" y="448949"/>
                    <a:pt x="0" y="442673"/>
                  </a:cubicBezTo>
                  <a:lnTo>
                    <a:pt x="0" y="23661"/>
                  </a:lnTo>
                  <a:cubicBezTo>
                    <a:pt x="0" y="17386"/>
                    <a:pt x="2493" y="11367"/>
                    <a:pt x="6930" y="6930"/>
                  </a:cubicBezTo>
                  <a:cubicBezTo>
                    <a:pt x="11367" y="2493"/>
                    <a:pt x="17386" y="0"/>
                    <a:pt x="23661" y="0"/>
                  </a:cubicBezTo>
                  <a:close/>
                </a:path>
              </a:pathLst>
            </a:custGeom>
            <a:ln w="38100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395011" cy="523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-5400000">
            <a:off x="14220311" y="4992873"/>
            <a:ext cx="590411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spc="982">
                <a:solidFill>
                  <a:srgbClr val="5E5E5E"/>
                </a:solidFill>
                <a:latin typeface="Bebas Neue"/>
                <a:ea typeface="Bebas Neue"/>
                <a:cs typeface="Bebas Neue"/>
                <a:sym typeface="Bebas Neue"/>
              </a:rPr>
              <a:t>2025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8057" y="9019756"/>
            <a:ext cx="1593089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spc="5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HTTPS://SOLANA.COM/DOCS/CORE/PDA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7556" y="364250"/>
            <a:ext cx="16992888" cy="9558499"/>
          </a:xfrm>
          <a:custGeom>
            <a:avLst/>
            <a:gdLst/>
            <a:ahLst/>
            <a:cxnLst/>
            <a:rect r="r" b="b" t="t" l="l"/>
            <a:pathLst>
              <a:path h="9558499" w="16992888">
                <a:moveTo>
                  <a:pt x="0" y="0"/>
                </a:moveTo>
                <a:lnTo>
                  <a:pt x="16992888" y="0"/>
                </a:lnTo>
                <a:lnTo>
                  <a:pt x="16992888" y="9558500"/>
                </a:lnTo>
                <a:lnTo>
                  <a:pt x="0" y="9558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8612" y="1583987"/>
            <a:ext cx="5678711" cy="5906689"/>
          </a:xfrm>
          <a:custGeom>
            <a:avLst/>
            <a:gdLst/>
            <a:ahLst/>
            <a:cxnLst/>
            <a:rect r="r" b="b" t="t" l="l"/>
            <a:pathLst>
              <a:path h="5906689" w="5678711">
                <a:moveTo>
                  <a:pt x="0" y="0"/>
                </a:moveTo>
                <a:lnTo>
                  <a:pt x="5678711" y="0"/>
                </a:lnTo>
                <a:lnTo>
                  <a:pt x="5678711" y="5906689"/>
                </a:lnTo>
                <a:lnTo>
                  <a:pt x="0" y="59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5583" y="2710174"/>
            <a:ext cx="5172034" cy="982337"/>
            <a:chOff x="0" y="0"/>
            <a:chExt cx="1362182" cy="2587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2182" cy="258723"/>
            </a:xfrm>
            <a:custGeom>
              <a:avLst/>
              <a:gdLst/>
              <a:ahLst/>
              <a:cxnLst/>
              <a:rect r="r" b="b" t="t" l="l"/>
              <a:pathLst>
                <a:path h="258723" w="1362182">
                  <a:moveTo>
                    <a:pt x="76341" y="0"/>
                  </a:moveTo>
                  <a:lnTo>
                    <a:pt x="1285841" y="0"/>
                  </a:lnTo>
                  <a:cubicBezTo>
                    <a:pt x="1306088" y="0"/>
                    <a:pt x="1325505" y="8043"/>
                    <a:pt x="1339822" y="22360"/>
                  </a:cubicBezTo>
                  <a:cubicBezTo>
                    <a:pt x="1354139" y="36676"/>
                    <a:pt x="1362182" y="56094"/>
                    <a:pt x="1362182" y="76341"/>
                  </a:cubicBezTo>
                  <a:lnTo>
                    <a:pt x="1362182" y="182382"/>
                  </a:lnTo>
                  <a:cubicBezTo>
                    <a:pt x="1362182" y="202628"/>
                    <a:pt x="1354139" y="222046"/>
                    <a:pt x="1339822" y="236363"/>
                  </a:cubicBezTo>
                  <a:cubicBezTo>
                    <a:pt x="1325505" y="250680"/>
                    <a:pt x="1306088" y="258723"/>
                    <a:pt x="1285841" y="258723"/>
                  </a:cubicBezTo>
                  <a:lnTo>
                    <a:pt x="76341" y="258723"/>
                  </a:lnTo>
                  <a:cubicBezTo>
                    <a:pt x="56094" y="258723"/>
                    <a:pt x="36676" y="250680"/>
                    <a:pt x="22360" y="236363"/>
                  </a:cubicBezTo>
                  <a:cubicBezTo>
                    <a:pt x="8043" y="222046"/>
                    <a:pt x="0" y="202628"/>
                    <a:pt x="0" y="182382"/>
                  </a:cubicBezTo>
                  <a:lnTo>
                    <a:pt x="0" y="76341"/>
                  </a:lnTo>
                  <a:cubicBezTo>
                    <a:pt x="0" y="56094"/>
                    <a:pt x="8043" y="36676"/>
                    <a:pt x="22360" y="22360"/>
                  </a:cubicBezTo>
                  <a:cubicBezTo>
                    <a:pt x="36676" y="8043"/>
                    <a:pt x="56094" y="0"/>
                    <a:pt x="76341" y="0"/>
                  </a:cubicBezTo>
                  <a:close/>
                </a:path>
              </a:pathLst>
            </a:custGeom>
            <a:ln w="47625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362182" cy="315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19622" y="7838452"/>
            <a:ext cx="14448755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3" tooltip="https://github.com/100xdevs-cohort-3/sol-name-contract"/>
              </a:rPr>
              <a:t>https://github.com/100xdevs-cohort-3/sol-name-contract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8612" y="1583987"/>
            <a:ext cx="5678711" cy="5906689"/>
          </a:xfrm>
          <a:custGeom>
            <a:avLst/>
            <a:gdLst/>
            <a:ahLst/>
            <a:cxnLst/>
            <a:rect r="r" b="b" t="t" l="l"/>
            <a:pathLst>
              <a:path h="5906689" w="5678711">
                <a:moveTo>
                  <a:pt x="0" y="0"/>
                </a:moveTo>
                <a:lnTo>
                  <a:pt x="5678711" y="0"/>
                </a:lnTo>
                <a:lnTo>
                  <a:pt x="5678711" y="5906689"/>
                </a:lnTo>
                <a:lnTo>
                  <a:pt x="0" y="59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5583" y="2710174"/>
            <a:ext cx="5172034" cy="982337"/>
            <a:chOff x="0" y="0"/>
            <a:chExt cx="1362182" cy="2587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2182" cy="258723"/>
            </a:xfrm>
            <a:custGeom>
              <a:avLst/>
              <a:gdLst/>
              <a:ahLst/>
              <a:cxnLst/>
              <a:rect r="r" b="b" t="t" l="l"/>
              <a:pathLst>
                <a:path h="258723" w="1362182">
                  <a:moveTo>
                    <a:pt x="76341" y="0"/>
                  </a:moveTo>
                  <a:lnTo>
                    <a:pt x="1285841" y="0"/>
                  </a:lnTo>
                  <a:cubicBezTo>
                    <a:pt x="1306088" y="0"/>
                    <a:pt x="1325505" y="8043"/>
                    <a:pt x="1339822" y="22360"/>
                  </a:cubicBezTo>
                  <a:cubicBezTo>
                    <a:pt x="1354139" y="36676"/>
                    <a:pt x="1362182" y="56094"/>
                    <a:pt x="1362182" y="76341"/>
                  </a:cubicBezTo>
                  <a:lnTo>
                    <a:pt x="1362182" y="182382"/>
                  </a:lnTo>
                  <a:cubicBezTo>
                    <a:pt x="1362182" y="202628"/>
                    <a:pt x="1354139" y="222046"/>
                    <a:pt x="1339822" y="236363"/>
                  </a:cubicBezTo>
                  <a:cubicBezTo>
                    <a:pt x="1325505" y="250680"/>
                    <a:pt x="1306088" y="258723"/>
                    <a:pt x="1285841" y="258723"/>
                  </a:cubicBezTo>
                  <a:lnTo>
                    <a:pt x="76341" y="258723"/>
                  </a:lnTo>
                  <a:cubicBezTo>
                    <a:pt x="56094" y="258723"/>
                    <a:pt x="36676" y="250680"/>
                    <a:pt x="22360" y="236363"/>
                  </a:cubicBezTo>
                  <a:cubicBezTo>
                    <a:pt x="8043" y="222046"/>
                    <a:pt x="0" y="202628"/>
                    <a:pt x="0" y="182382"/>
                  </a:cubicBezTo>
                  <a:lnTo>
                    <a:pt x="0" y="76341"/>
                  </a:lnTo>
                  <a:cubicBezTo>
                    <a:pt x="0" y="56094"/>
                    <a:pt x="8043" y="36676"/>
                    <a:pt x="22360" y="22360"/>
                  </a:cubicBezTo>
                  <a:cubicBezTo>
                    <a:pt x="36676" y="8043"/>
                    <a:pt x="56094" y="0"/>
                    <a:pt x="76341" y="0"/>
                  </a:cubicBezTo>
                  <a:close/>
                </a:path>
              </a:pathLst>
            </a:custGeom>
            <a:ln w="47625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362182" cy="315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19622" y="7838452"/>
            <a:ext cx="14448755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3" tooltip="https://github.com/100xdevs-cohort-3/sol-name-contract"/>
              </a:rPr>
              <a:t>https://github.com/100xdevs-cohort-3/sol-name-contract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31012" y="1736387"/>
            <a:ext cx="5678711" cy="5906689"/>
          </a:xfrm>
          <a:custGeom>
            <a:avLst/>
            <a:gdLst/>
            <a:ahLst/>
            <a:cxnLst/>
            <a:rect r="r" b="b" t="t" l="l"/>
            <a:pathLst>
              <a:path h="5906689" w="5678711">
                <a:moveTo>
                  <a:pt x="0" y="0"/>
                </a:moveTo>
                <a:lnTo>
                  <a:pt x="5678711" y="0"/>
                </a:lnTo>
                <a:lnTo>
                  <a:pt x="5678711" y="5906689"/>
                </a:lnTo>
                <a:lnTo>
                  <a:pt x="0" y="59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31950" y="2219005"/>
            <a:ext cx="5172034" cy="982337"/>
            <a:chOff x="0" y="0"/>
            <a:chExt cx="1362182" cy="2587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2182" cy="258723"/>
            </a:xfrm>
            <a:custGeom>
              <a:avLst/>
              <a:gdLst/>
              <a:ahLst/>
              <a:cxnLst/>
              <a:rect r="r" b="b" t="t" l="l"/>
              <a:pathLst>
                <a:path h="258723" w="1362182">
                  <a:moveTo>
                    <a:pt x="76341" y="0"/>
                  </a:moveTo>
                  <a:lnTo>
                    <a:pt x="1285841" y="0"/>
                  </a:lnTo>
                  <a:cubicBezTo>
                    <a:pt x="1306088" y="0"/>
                    <a:pt x="1325505" y="8043"/>
                    <a:pt x="1339822" y="22360"/>
                  </a:cubicBezTo>
                  <a:cubicBezTo>
                    <a:pt x="1354139" y="36676"/>
                    <a:pt x="1362182" y="56094"/>
                    <a:pt x="1362182" y="76341"/>
                  </a:cubicBezTo>
                  <a:lnTo>
                    <a:pt x="1362182" y="182382"/>
                  </a:lnTo>
                  <a:cubicBezTo>
                    <a:pt x="1362182" y="202628"/>
                    <a:pt x="1354139" y="222046"/>
                    <a:pt x="1339822" y="236363"/>
                  </a:cubicBezTo>
                  <a:cubicBezTo>
                    <a:pt x="1325505" y="250680"/>
                    <a:pt x="1306088" y="258723"/>
                    <a:pt x="1285841" y="258723"/>
                  </a:cubicBezTo>
                  <a:lnTo>
                    <a:pt x="76341" y="258723"/>
                  </a:lnTo>
                  <a:cubicBezTo>
                    <a:pt x="56094" y="258723"/>
                    <a:pt x="36676" y="250680"/>
                    <a:pt x="22360" y="236363"/>
                  </a:cubicBezTo>
                  <a:cubicBezTo>
                    <a:pt x="8043" y="222046"/>
                    <a:pt x="0" y="202628"/>
                    <a:pt x="0" y="182382"/>
                  </a:cubicBezTo>
                  <a:lnTo>
                    <a:pt x="0" y="76341"/>
                  </a:lnTo>
                  <a:cubicBezTo>
                    <a:pt x="0" y="56094"/>
                    <a:pt x="8043" y="36676"/>
                    <a:pt x="22360" y="22360"/>
                  </a:cubicBezTo>
                  <a:cubicBezTo>
                    <a:pt x="36676" y="8043"/>
                    <a:pt x="56094" y="0"/>
                    <a:pt x="76341" y="0"/>
                  </a:cubicBezTo>
                  <a:close/>
                </a:path>
              </a:pathLst>
            </a:custGeom>
            <a:ln w="47625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62182" cy="315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8612" y="1583987"/>
            <a:ext cx="5678711" cy="5906689"/>
          </a:xfrm>
          <a:custGeom>
            <a:avLst/>
            <a:gdLst/>
            <a:ahLst/>
            <a:cxnLst/>
            <a:rect r="r" b="b" t="t" l="l"/>
            <a:pathLst>
              <a:path h="5906689" w="5678711">
                <a:moveTo>
                  <a:pt x="0" y="0"/>
                </a:moveTo>
                <a:lnTo>
                  <a:pt x="5678711" y="0"/>
                </a:lnTo>
                <a:lnTo>
                  <a:pt x="5678711" y="5906689"/>
                </a:lnTo>
                <a:lnTo>
                  <a:pt x="0" y="59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8612" y="5812090"/>
            <a:ext cx="5172034" cy="1089308"/>
            <a:chOff x="0" y="0"/>
            <a:chExt cx="1362182" cy="2868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2182" cy="286896"/>
            </a:xfrm>
            <a:custGeom>
              <a:avLst/>
              <a:gdLst/>
              <a:ahLst/>
              <a:cxnLst/>
              <a:rect r="r" b="b" t="t" l="l"/>
              <a:pathLst>
                <a:path h="286896" w="1362182">
                  <a:moveTo>
                    <a:pt x="76341" y="0"/>
                  </a:moveTo>
                  <a:lnTo>
                    <a:pt x="1285841" y="0"/>
                  </a:lnTo>
                  <a:cubicBezTo>
                    <a:pt x="1306088" y="0"/>
                    <a:pt x="1325505" y="8043"/>
                    <a:pt x="1339822" y="22360"/>
                  </a:cubicBezTo>
                  <a:cubicBezTo>
                    <a:pt x="1354139" y="36676"/>
                    <a:pt x="1362182" y="56094"/>
                    <a:pt x="1362182" y="76341"/>
                  </a:cubicBezTo>
                  <a:lnTo>
                    <a:pt x="1362182" y="210555"/>
                  </a:lnTo>
                  <a:cubicBezTo>
                    <a:pt x="1362182" y="230802"/>
                    <a:pt x="1354139" y="250220"/>
                    <a:pt x="1339822" y="264536"/>
                  </a:cubicBezTo>
                  <a:cubicBezTo>
                    <a:pt x="1325505" y="278853"/>
                    <a:pt x="1306088" y="286896"/>
                    <a:pt x="1285841" y="286896"/>
                  </a:cubicBezTo>
                  <a:lnTo>
                    <a:pt x="76341" y="286896"/>
                  </a:lnTo>
                  <a:cubicBezTo>
                    <a:pt x="56094" y="286896"/>
                    <a:pt x="36676" y="278853"/>
                    <a:pt x="22360" y="264536"/>
                  </a:cubicBezTo>
                  <a:cubicBezTo>
                    <a:pt x="8043" y="250220"/>
                    <a:pt x="0" y="230802"/>
                    <a:pt x="0" y="210555"/>
                  </a:cubicBezTo>
                  <a:lnTo>
                    <a:pt x="0" y="76341"/>
                  </a:lnTo>
                  <a:cubicBezTo>
                    <a:pt x="0" y="56094"/>
                    <a:pt x="8043" y="36676"/>
                    <a:pt x="22360" y="22360"/>
                  </a:cubicBezTo>
                  <a:cubicBezTo>
                    <a:pt x="36676" y="8043"/>
                    <a:pt x="56094" y="0"/>
                    <a:pt x="76341" y="0"/>
                  </a:cubicBezTo>
                  <a:close/>
                </a:path>
              </a:pathLst>
            </a:custGeom>
            <a:ln w="47625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362182" cy="344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19622" y="7838452"/>
            <a:ext cx="14448755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3" tooltip="https://github.com/100xdevs-cohort-3/sol-name-contract"/>
              </a:rPr>
              <a:t>https://github.com/100xdevs-cohort-3/sol-name-contract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8612" y="1583987"/>
            <a:ext cx="5678711" cy="5906689"/>
          </a:xfrm>
          <a:custGeom>
            <a:avLst/>
            <a:gdLst/>
            <a:ahLst/>
            <a:cxnLst/>
            <a:rect r="r" b="b" t="t" l="l"/>
            <a:pathLst>
              <a:path h="5906689" w="5678711">
                <a:moveTo>
                  <a:pt x="0" y="0"/>
                </a:moveTo>
                <a:lnTo>
                  <a:pt x="5678711" y="0"/>
                </a:lnTo>
                <a:lnTo>
                  <a:pt x="5678711" y="5906689"/>
                </a:lnTo>
                <a:lnTo>
                  <a:pt x="0" y="59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8612" y="4537331"/>
            <a:ext cx="5172034" cy="1089308"/>
            <a:chOff x="0" y="0"/>
            <a:chExt cx="1362182" cy="2868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2182" cy="286896"/>
            </a:xfrm>
            <a:custGeom>
              <a:avLst/>
              <a:gdLst/>
              <a:ahLst/>
              <a:cxnLst/>
              <a:rect r="r" b="b" t="t" l="l"/>
              <a:pathLst>
                <a:path h="286896" w="1362182">
                  <a:moveTo>
                    <a:pt x="76341" y="0"/>
                  </a:moveTo>
                  <a:lnTo>
                    <a:pt x="1285841" y="0"/>
                  </a:lnTo>
                  <a:cubicBezTo>
                    <a:pt x="1306088" y="0"/>
                    <a:pt x="1325505" y="8043"/>
                    <a:pt x="1339822" y="22360"/>
                  </a:cubicBezTo>
                  <a:cubicBezTo>
                    <a:pt x="1354139" y="36676"/>
                    <a:pt x="1362182" y="56094"/>
                    <a:pt x="1362182" y="76341"/>
                  </a:cubicBezTo>
                  <a:lnTo>
                    <a:pt x="1362182" y="210555"/>
                  </a:lnTo>
                  <a:cubicBezTo>
                    <a:pt x="1362182" y="230802"/>
                    <a:pt x="1354139" y="250220"/>
                    <a:pt x="1339822" y="264536"/>
                  </a:cubicBezTo>
                  <a:cubicBezTo>
                    <a:pt x="1325505" y="278853"/>
                    <a:pt x="1306088" y="286896"/>
                    <a:pt x="1285841" y="286896"/>
                  </a:cubicBezTo>
                  <a:lnTo>
                    <a:pt x="76341" y="286896"/>
                  </a:lnTo>
                  <a:cubicBezTo>
                    <a:pt x="56094" y="286896"/>
                    <a:pt x="36676" y="278853"/>
                    <a:pt x="22360" y="264536"/>
                  </a:cubicBezTo>
                  <a:cubicBezTo>
                    <a:pt x="8043" y="250220"/>
                    <a:pt x="0" y="230802"/>
                    <a:pt x="0" y="210555"/>
                  </a:cubicBezTo>
                  <a:lnTo>
                    <a:pt x="0" y="76341"/>
                  </a:lnTo>
                  <a:cubicBezTo>
                    <a:pt x="0" y="56094"/>
                    <a:pt x="8043" y="36676"/>
                    <a:pt x="22360" y="22360"/>
                  </a:cubicBezTo>
                  <a:cubicBezTo>
                    <a:pt x="36676" y="8043"/>
                    <a:pt x="56094" y="0"/>
                    <a:pt x="76341" y="0"/>
                  </a:cubicBezTo>
                  <a:close/>
                </a:path>
              </a:pathLst>
            </a:custGeom>
            <a:ln w="47625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362182" cy="344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19622" y="7838452"/>
            <a:ext cx="14448755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3" tooltip="https://github.com/100xdevs-cohort-3/sol-name-contract"/>
              </a:rPr>
              <a:t>https://github.com/100xdevs-cohort-3/sol-name-contract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8612" y="1583987"/>
            <a:ext cx="5678711" cy="5906689"/>
          </a:xfrm>
          <a:custGeom>
            <a:avLst/>
            <a:gdLst/>
            <a:ahLst/>
            <a:cxnLst/>
            <a:rect r="r" b="b" t="t" l="l"/>
            <a:pathLst>
              <a:path h="5906689" w="5678711">
                <a:moveTo>
                  <a:pt x="0" y="0"/>
                </a:moveTo>
                <a:lnTo>
                  <a:pt x="5678711" y="0"/>
                </a:lnTo>
                <a:lnTo>
                  <a:pt x="5678711" y="5906689"/>
                </a:lnTo>
                <a:lnTo>
                  <a:pt x="0" y="59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8612" y="3448023"/>
            <a:ext cx="5172034" cy="1089308"/>
            <a:chOff x="0" y="0"/>
            <a:chExt cx="1362182" cy="2868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2182" cy="286896"/>
            </a:xfrm>
            <a:custGeom>
              <a:avLst/>
              <a:gdLst/>
              <a:ahLst/>
              <a:cxnLst/>
              <a:rect r="r" b="b" t="t" l="l"/>
              <a:pathLst>
                <a:path h="286896" w="1362182">
                  <a:moveTo>
                    <a:pt x="76341" y="0"/>
                  </a:moveTo>
                  <a:lnTo>
                    <a:pt x="1285841" y="0"/>
                  </a:lnTo>
                  <a:cubicBezTo>
                    <a:pt x="1306088" y="0"/>
                    <a:pt x="1325505" y="8043"/>
                    <a:pt x="1339822" y="22360"/>
                  </a:cubicBezTo>
                  <a:cubicBezTo>
                    <a:pt x="1354139" y="36676"/>
                    <a:pt x="1362182" y="56094"/>
                    <a:pt x="1362182" y="76341"/>
                  </a:cubicBezTo>
                  <a:lnTo>
                    <a:pt x="1362182" y="210555"/>
                  </a:lnTo>
                  <a:cubicBezTo>
                    <a:pt x="1362182" y="230802"/>
                    <a:pt x="1354139" y="250220"/>
                    <a:pt x="1339822" y="264536"/>
                  </a:cubicBezTo>
                  <a:cubicBezTo>
                    <a:pt x="1325505" y="278853"/>
                    <a:pt x="1306088" y="286896"/>
                    <a:pt x="1285841" y="286896"/>
                  </a:cubicBezTo>
                  <a:lnTo>
                    <a:pt x="76341" y="286896"/>
                  </a:lnTo>
                  <a:cubicBezTo>
                    <a:pt x="56094" y="286896"/>
                    <a:pt x="36676" y="278853"/>
                    <a:pt x="22360" y="264536"/>
                  </a:cubicBezTo>
                  <a:cubicBezTo>
                    <a:pt x="8043" y="250220"/>
                    <a:pt x="0" y="230802"/>
                    <a:pt x="0" y="210555"/>
                  </a:cubicBezTo>
                  <a:lnTo>
                    <a:pt x="0" y="76341"/>
                  </a:lnTo>
                  <a:cubicBezTo>
                    <a:pt x="0" y="56094"/>
                    <a:pt x="8043" y="36676"/>
                    <a:pt x="22360" y="22360"/>
                  </a:cubicBezTo>
                  <a:cubicBezTo>
                    <a:pt x="36676" y="8043"/>
                    <a:pt x="56094" y="0"/>
                    <a:pt x="76341" y="0"/>
                  </a:cubicBezTo>
                  <a:close/>
                </a:path>
              </a:pathLst>
            </a:custGeom>
            <a:ln w="47625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362182" cy="344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822678" y="3080700"/>
            <a:ext cx="5027046" cy="206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07"/>
              </a:lnSpc>
            </a:pPr>
            <a:r>
              <a:rPr lang="en-US" sz="11862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??????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74360" y="-226120"/>
            <a:ext cx="11139280" cy="290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0"/>
              </a:lnSpc>
            </a:pPr>
            <a:r>
              <a:rPr lang="en-US" sz="16900" spc="77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PDAS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53226" y="4256405"/>
            <a:ext cx="273404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26264" y="4256405"/>
            <a:ext cx="254964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Derived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25736" y="4256405"/>
            <a:ext cx="333866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Addresses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4028554" y="2326597"/>
            <a:ext cx="2350695" cy="188982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7993586" y="2341444"/>
            <a:ext cx="448379" cy="188982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10909404" y="2345842"/>
            <a:ext cx="3208620" cy="185249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74360" y="3229219"/>
            <a:ext cx="11139280" cy="290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0"/>
              </a:lnSpc>
            </a:pPr>
            <a:r>
              <a:rPr lang="en-US" sz="16900" spc="77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WEB2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9144000" y="3086100"/>
          <a:ext cx="7315200" cy="519966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21013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userId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38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INR Balance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Reliance Stock</a:t>
                      </a:r>
                      <a:endParaRPr lang="en-US" sz="1100"/>
                    </a:p>
                    <a:p>
                      <a:pPr algn="ctr">
                        <a:lnSpc>
                          <a:spcPts val="4479"/>
                        </a:lnSpc>
                      </a:pPr>
                      <a:r>
                        <a:rPr lang="en-US" sz="31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Balance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40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10000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75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200000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300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6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500000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100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62240" y="1254208"/>
            <a:ext cx="5202696" cy="8520451"/>
          </a:xfrm>
          <a:custGeom>
            <a:avLst/>
            <a:gdLst/>
            <a:ahLst/>
            <a:cxnLst/>
            <a:rect r="r" b="b" t="t" l="l"/>
            <a:pathLst>
              <a:path h="8520451" w="5202696">
                <a:moveTo>
                  <a:pt x="0" y="0"/>
                </a:moveTo>
                <a:lnTo>
                  <a:pt x="5202696" y="0"/>
                </a:lnTo>
                <a:lnTo>
                  <a:pt x="5202696" y="8520451"/>
                </a:lnTo>
                <a:lnTo>
                  <a:pt x="0" y="8520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569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16440" y="75565"/>
            <a:ext cx="405512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Zerodha app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DB Schema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2678318" y="1467027"/>
          <a:ext cx="4906335" cy="5534025"/>
        </p:xfrm>
        <a:graphic>
          <a:graphicData uri="http://schemas.openxmlformats.org/drawingml/2006/table">
            <a:tbl>
              <a:tblPr/>
              <a:tblGrid>
                <a:gridCol w="1635445"/>
                <a:gridCol w="1635445"/>
                <a:gridCol w="1635445"/>
              </a:tblGrid>
              <a:tr h="24744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userId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38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INR Balance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Reliance Stock</a:t>
                      </a:r>
                      <a:endParaRPr lang="en-US" sz="1100"/>
                    </a:p>
                    <a:p>
                      <a:pPr algn="ctr">
                        <a:lnSpc>
                          <a:spcPts val="4479"/>
                        </a:lnSpc>
                      </a:pPr>
                      <a:r>
                        <a:rPr lang="en-US" sz="31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Balance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10000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70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200000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300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500000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100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62240" y="1254208"/>
            <a:ext cx="5202696" cy="8520451"/>
          </a:xfrm>
          <a:custGeom>
            <a:avLst/>
            <a:gdLst/>
            <a:ahLst/>
            <a:cxnLst/>
            <a:rect r="r" b="b" t="t" l="l"/>
            <a:pathLst>
              <a:path h="8520451" w="5202696">
                <a:moveTo>
                  <a:pt x="0" y="0"/>
                </a:moveTo>
                <a:lnTo>
                  <a:pt x="5202696" y="0"/>
                </a:lnTo>
                <a:lnTo>
                  <a:pt x="5202696" y="8520451"/>
                </a:lnTo>
                <a:lnTo>
                  <a:pt x="0" y="8520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5691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00950" y="360045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HTTP Server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116440" y="75565"/>
            <a:ext cx="405512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Zerodha app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DB Schema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48911" y="7238896"/>
            <a:ext cx="96515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DB</a:t>
            </a:r>
          </a:p>
        </p:txBody>
      </p:sp>
      <p:sp>
        <p:nvSpPr>
          <p:cNvPr name="AutoShape 9" id="9"/>
          <p:cNvSpPr/>
          <p:nvPr/>
        </p:nvSpPr>
        <p:spPr>
          <a:xfrm>
            <a:off x="6095328" y="5143500"/>
            <a:ext cx="150562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>
            <a:off x="10687050" y="5162550"/>
            <a:ext cx="192026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74360" y="3229219"/>
            <a:ext cx="11139280" cy="290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0"/>
              </a:lnSpc>
            </a:pPr>
            <a:r>
              <a:rPr lang="en-US" sz="16900" spc="77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WEB3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3646" y="2232604"/>
            <a:ext cx="4562174" cy="5774904"/>
          </a:xfrm>
          <a:custGeom>
            <a:avLst/>
            <a:gdLst/>
            <a:ahLst/>
            <a:cxnLst/>
            <a:rect r="r" b="b" t="t" l="l"/>
            <a:pathLst>
              <a:path h="5774904" w="4562174">
                <a:moveTo>
                  <a:pt x="0" y="0"/>
                </a:moveTo>
                <a:lnTo>
                  <a:pt x="4562174" y="0"/>
                </a:lnTo>
                <a:lnTo>
                  <a:pt x="4562174" y="5774904"/>
                </a:lnTo>
                <a:lnTo>
                  <a:pt x="0" y="57749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12925" y="1407962"/>
            <a:ext cx="12842037" cy="7608907"/>
          </a:xfrm>
          <a:custGeom>
            <a:avLst/>
            <a:gdLst/>
            <a:ahLst/>
            <a:cxnLst/>
            <a:rect r="r" b="b" t="t" l="l"/>
            <a:pathLst>
              <a:path h="7608907" w="12842037">
                <a:moveTo>
                  <a:pt x="0" y="0"/>
                </a:moveTo>
                <a:lnTo>
                  <a:pt x="12842037" y="0"/>
                </a:lnTo>
                <a:lnTo>
                  <a:pt x="12842037" y="7608907"/>
                </a:lnTo>
                <a:lnTo>
                  <a:pt x="0" y="7608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3646" y="2232604"/>
            <a:ext cx="4562174" cy="5774904"/>
          </a:xfrm>
          <a:custGeom>
            <a:avLst/>
            <a:gdLst/>
            <a:ahLst/>
            <a:cxnLst/>
            <a:rect r="r" b="b" t="t" l="l"/>
            <a:pathLst>
              <a:path h="5774904" w="4562174">
                <a:moveTo>
                  <a:pt x="0" y="0"/>
                </a:moveTo>
                <a:lnTo>
                  <a:pt x="4562174" y="0"/>
                </a:lnTo>
                <a:lnTo>
                  <a:pt x="4562174" y="5774904"/>
                </a:lnTo>
                <a:lnTo>
                  <a:pt x="0" y="57749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12925" y="1407962"/>
            <a:ext cx="12842037" cy="7608907"/>
          </a:xfrm>
          <a:custGeom>
            <a:avLst/>
            <a:gdLst/>
            <a:ahLst/>
            <a:cxnLst/>
            <a:rect r="r" b="b" t="t" l="l"/>
            <a:pathLst>
              <a:path h="7608907" w="12842037">
                <a:moveTo>
                  <a:pt x="0" y="0"/>
                </a:moveTo>
                <a:lnTo>
                  <a:pt x="12842037" y="0"/>
                </a:lnTo>
                <a:lnTo>
                  <a:pt x="12842037" y="7608907"/>
                </a:lnTo>
                <a:lnTo>
                  <a:pt x="0" y="7608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0221990" y="1253775"/>
            <a:ext cx="1733744" cy="138213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10221990" y="280670"/>
            <a:ext cx="6198344" cy="1419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Associated token account (pda)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5690" y="1972642"/>
            <a:ext cx="17579751" cy="6548457"/>
          </a:xfrm>
          <a:custGeom>
            <a:avLst/>
            <a:gdLst/>
            <a:ahLst/>
            <a:cxnLst/>
            <a:rect r="r" b="b" t="t" l="l"/>
            <a:pathLst>
              <a:path h="6548457" w="17579751">
                <a:moveTo>
                  <a:pt x="0" y="0"/>
                </a:moveTo>
                <a:lnTo>
                  <a:pt x="17579751" y="0"/>
                </a:lnTo>
                <a:lnTo>
                  <a:pt x="17579751" y="6548458"/>
                </a:lnTo>
                <a:lnTo>
                  <a:pt x="0" y="65484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41183" y="83544"/>
            <a:ext cx="5405765" cy="140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1"/>
              </a:lnSpc>
            </a:pPr>
            <a:r>
              <a:rPr lang="en-US" sz="8201" spc="37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PDAS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5690" y="1972642"/>
            <a:ext cx="17579751" cy="6548457"/>
          </a:xfrm>
          <a:custGeom>
            <a:avLst/>
            <a:gdLst/>
            <a:ahLst/>
            <a:cxnLst/>
            <a:rect r="r" b="b" t="t" l="l"/>
            <a:pathLst>
              <a:path h="6548457" w="17579751">
                <a:moveTo>
                  <a:pt x="0" y="0"/>
                </a:moveTo>
                <a:lnTo>
                  <a:pt x="17579751" y="0"/>
                </a:lnTo>
                <a:lnTo>
                  <a:pt x="17579751" y="6548458"/>
                </a:lnTo>
                <a:lnTo>
                  <a:pt x="0" y="65484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6527363"/>
            <a:ext cx="15935398" cy="1069280"/>
            <a:chOff x="0" y="0"/>
            <a:chExt cx="4196977" cy="2816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96977" cy="281621"/>
            </a:xfrm>
            <a:custGeom>
              <a:avLst/>
              <a:gdLst/>
              <a:ahLst/>
              <a:cxnLst/>
              <a:rect r="r" b="b" t="t" l="l"/>
              <a:pathLst>
                <a:path h="281621" w="4196977">
                  <a:moveTo>
                    <a:pt x="16032" y="0"/>
                  </a:moveTo>
                  <a:lnTo>
                    <a:pt x="4180945" y="0"/>
                  </a:lnTo>
                  <a:cubicBezTo>
                    <a:pt x="4185197" y="0"/>
                    <a:pt x="4189275" y="1689"/>
                    <a:pt x="4192281" y="4696"/>
                  </a:cubicBezTo>
                  <a:cubicBezTo>
                    <a:pt x="4195288" y="7702"/>
                    <a:pt x="4196977" y="11780"/>
                    <a:pt x="4196977" y="16032"/>
                  </a:cubicBezTo>
                  <a:lnTo>
                    <a:pt x="4196977" y="265589"/>
                  </a:lnTo>
                  <a:cubicBezTo>
                    <a:pt x="4196977" y="269841"/>
                    <a:pt x="4195288" y="273919"/>
                    <a:pt x="4192281" y="276925"/>
                  </a:cubicBezTo>
                  <a:cubicBezTo>
                    <a:pt x="4189275" y="279932"/>
                    <a:pt x="4185197" y="281621"/>
                    <a:pt x="4180945" y="281621"/>
                  </a:cubicBezTo>
                  <a:lnTo>
                    <a:pt x="16032" y="281621"/>
                  </a:lnTo>
                  <a:cubicBezTo>
                    <a:pt x="11780" y="281621"/>
                    <a:pt x="7702" y="279932"/>
                    <a:pt x="4696" y="276925"/>
                  </a:cubicBezTo>
                  <a:cubicBezTo>
                    <a:pt x="1689" y="273919"/>
                    <a:pt x="0" y="269841"/>
                    <a:pt x="0" y="265589"/>
                  </a:cubicBezTo>
                  <a:lnTo>
                    <a:pt x="0" y="16032"/>
                  </a:lnTo>
                  <a:cubicBezTo>
                    <a:pt x="0" y="11780"/>
                    <a:pt x="1689" y="7702"/>
                    <a:pt x="4696" y="4696"/>
                  </a:cubicBezTo>
                  <a:cubicBezTo>
                    <a:pt x="7702" y="1689"/>
                    <a:pt x="11780" y="0"/>
                    <a:pt x="16032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96977" cy="319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141183" y="83544"/>
            <a:ext cx="5405765" cy="140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1"/>
              </a:lnSpc>
            </a:pPr>
            <a:r>
              <a:rPr lang="en-US" sz="8201" spc="37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878" y="8371238"/>
            <a:ext cx="4558275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Trick question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3322947" y="7566221"/>
            <a:ext cx="4437367" cy="95487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47091" y="1493201"/>
            <a:ext cx="13593817" cy="997234"/>
          </a:xfrm>
          <a:custGeom>
            <a:avLst/>
            <a:gdLst/>
            <a:ahLst/>
            <a:cxnLst/>
            <a:rect r="r" b="b" t="t" l="l"/>
            <a:pathLst>
              <a:path h="997234" w="13593817">
                <a:moveTo>
                  <a:pt x="0" y="0"/>
                </a:moveTo>
                <a:lnTo>
                  <a:pt x="13593818" y="0"/>
                </a:lnTo>
                <a:lnTo>
                  <a:pt x="13593818" y="997234"/>
                </a:lnTo>
                <a:lnTo>
                  <a:pt x="0" y="997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8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30845" y="83544"/>
            <a:ext cx="16694596" cy="140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1"/>
              </a:lnSpc>
            </a:pPr>
            <a:r>
              <a:rPr lang="en-US" sz="8201" spc="37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PROGRAM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0302" y="3153050"/>
            <a:ext cx="17537698" cy="3392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9"/>
              </a:lnSpc>
              <a:spcBef>
                <a:spcPct val="0"/>
              </a:spcBef>
            </a:pPr>
          </a:p>
          <a:p>
            <a:pPr algn="l">
              <a:lnSpc>
                <a:spcPts val="4509"/>
              </a:lnSpc>
              <a:spcBef>
                <a:spcPct val="0"/>
              </a:spcBef>
            </a:pPr>
            <a:r>
              <a:rPr lang="en-US" b="true" sz="32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PDA is a special type of address on Solana that:</a:t>
            </a:r>
          </a:p>
          <a:p>
            <a:pPr algn="l" marL="695400" indent="-347700" lvl="1">
              <a:lnSpc>
                <a:spcPts val="4509"/>
              </a:lnSpc>
              <a:spcBef>
                <a:spcPct val="0"/>
              </a:spcBef>
              <a:buAutoNum type="arabicPeriod" startAt="1"/>
            </a:pPr>
            <a:r>
              <a:rPr lang="en-US" b="true" sz="32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 derived deterministically using seeds and a program ID.</a:t>
            </a:r>
          </a:p>
          <a:p>
            <a:pPr algn="l" marL="695400" indent="-347700" lvl="1">
              <a:lnSpc>
                <a:spcPts val="4509"/>
              </a:lnSpc>
              <a:spcBef>
                <a:spcPct val="0"/>
              </a:spcBef>
              <a:buAutoNum type="arabicPeriod" startAt="1"/>
            </a:pPr>
            <a:r>
              <a:rPr lang="en-US" b="true" sz="32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Cannot be owned by a private key — it’s only controlled by a specific on-chain program.</a:t>
            </a:r>
          </a:p>
          <a:p>
            <a:pPr algn="l" marL="695400" indent="-347700" lvl="1">
              <a:lnSpc>
                <a:spcPts val="4509"/>
              </a:lnSpc>
              <a:spcBef>
                <a:spcPct val="0"/>
              </a:spcBef>
              <a:buAutoNum type="arabicPeriod" startAt="1"/>
            </a:pPr>
            <a:r>
              <a:rPr lang="en-US" b="true" sz="32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 used by programs to store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41183" y="83544"/>
            <a:ext cx="5405765" cy="140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1"/>
              </a:lnSpc>
            </a:pPr>
            <a:r>
              <a:rPr lang="en-US" sz="8201" spc="37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PDAS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0302" y="3153050"/>
            <a:ext cx="17537698" cy="3392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9"/>
              </a:lnSpc>
              <a:spcBef>
                <a:spcPct val="0"/>
              </a:spcBef>
            </a:pPr>
          </a:p>
          <a:p>
            <a:pPr algn="l">
              <a:lnSpc>
                <a:spcPts val="4509"/>
              </a:lnSpc>
              <a:spcBef>
                <a:spcPct val="0"/>
              </a:spcBef>
            </a:pPr>
            <a:r>
              <a:rPr lang="en-US" b="true" sz="32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PDA is a special type of address on Solana that:</a:t>
            </a:r>
          </a:p>
          <a:p>
            <a:pPr algn="l" marL="695400" indent="-347700" lvl="1">
              <a:lnSpc>
                <a:spcPts val="4509"/>
              </a:lnSpc>
              <a:spcBef>
                <a:spcPct val="0"/>
              </a:spcBef>
              <a:buAutoNum type="arabicPeriod" startAt="1"/>
            </a:pPr>
            <a:r>
              <a:rPr lang="en-US" b="true" sz="32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 derived deterministically using seeds and a program ID.</a:t>
            </a:r>
          </a:p>
          <a:p>
            <a:pPr algn="l" marL="695400" indent="-347700" lvl="1">
              <a:lnSpc>
                <a:spcPts val="4509"/>
              </a:lnSpc>
              <a:spcBef>
                <a:spcPct val="0"/>
              </a:spcBef>
              <a:buAutoNum type="arabicPeriod" startAt="1"/>
            </a:pPr>
            <a:r>
              <a:rPr lang="en-US" b="true" sz="32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Cannot be owned by a private key — it’s only controlled by a specific on-chain program.</a:t>
            </a:r>
          </a:p>
          <a:p>
            <a:pPr algn="l" marL="695400" indent="-347700" lvl="1">
              <a:lnSpc>
                <a:spcPts val="4509"/>
              </a:lnSpc>
              <a:spcBef>
                <a:spcPct val="0"/>
              </a:spcBef>
              <a:buAutoNum type="arabicPeriod" startAt="1"/>
            </a:pPr>
            <a:r>
              <a:rPr lang="en-US" b="true" sz="32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 used by programs to store data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035336" y="4347796"/>
            <a:ext cx="1483816" cy="677235"/>
            <a:chOff x="0" y="0"/>
            <a:chExt cx="390799" cy="1783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799" cy="178366"/>
            </a:xfrm>
            <a:custGeom>
              <a:avLst/>
              <a:gdLst/>
              <a:ahLst/>
              <a:cxnLst/>
              <a:rect r="r" b="b" t="t" l="l"/>
              <a:pathLst>
                <a:path h="178366" w="390799">
                  <a:moveTo>
                    <a:pt x="89183" y="0"/>
                  </a:moveTo>
                  <a:lnTo>
                    <a:pt x="301616" y="0"/>
                  </a:lnTo>
                  <a:cubicBezTo>
                    <a:pt x="325269" y="0"/>
                    <a:pt x="347953" y="9396"/>
                    <a:pt x="364678" y="26121"/>
                  </a:cubicBezTo>
                  <a:cubicBezTo>
                    <a:pt x="381403" y="42846"/>
                    <a:pt x="390799" y="65530"/>
                    <a:pt x="390799" y="89183"/>
                  </a:cubicBezTo>
                  <a:lnTo>
                    <a:pt x="390799" y="89183"/>
                  </a:lnTo>
                  <a:cubicBezTo>
                    <a:pt x="390799" y="138438"/>
                    <a:pt x="350871" y="178366"/>
                    <a:pt x="301616" y="178366"/>
                  </a:cubicBezTo>
                  <a:lnTo>
                    <a:pt x="89183" y="178366"/>
                  </a:lnTo>
                  <a:cubicBezTo>
                    <a:pt x="39929" y="178366"/>
                    <a:pt x="0" y="138438"/>
                    <a:pt x="0" y="89183"/>
                  </a:cubicBezTo>
                  <a:lnTo>
                    <a:pt x="0" y="89183"/>
                  </a:lnTo>
                  <a:cubicBezTo>
                    <a:pt x="0" y="39929"/>
                    <a:pt x="39929" y="0"/>
                    <a:pt x="89183" y="0"/>
                  </a:cubicBezTo>
                  <a:close/>
                </a:path>
              </a:pathLst>
            </a:custGeom>
            <a:ln w="38100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90799" cy="216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141183" y="83544"/>
            <a:ext cx="5405765" cy="140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1"/>
              </a:lnSpc>
            </a:pPr>
            <a:r>
              <a:rPr lang="en-US" sz="8201" spc="37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PDAS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58387" y="4347796"/>
            <a:ext cx="2552991" cy="677235"/>
            <a:chOff x="0" y="0"/>
            <a:chExt cx="672393" cy="1783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2393" cy="178366"/>
            </a:xfrm>
            <a:custGeom>
              <a:avLst/>
              <a:gdLst/>
              <a:ahLst/>
              <a:cxnLst/>
              <a:rect r="r" b="b" t="t" l="l"/>
              <a:pathLst>
                <a:path h="178366" w="672393">
                  <a:moveTo>
                    <a:pt x="89183" y="0"/>
                  </a:moveTo>
                  <a:lnTo>
                    <a:pt x="583209" y="0"/>
                  </a:lnTo>
                  <a:cubicBezTo>
                    <a:pt x="632464" y="0"/>
                    <a:pt x="672393" y="39929"/>
                    <a:pt x="672393" y="89183"/>
                  </a:cubicBezTo>
                  <a:lnTo>
                    <a:pt x="672393" y="89183"/>
                  </a:lnTo>
                  <a:cubicBezTo>
                    <a:pt x="672393" y="112836"/>
                    <a:pt x="662996" y="135520"/>
                    <a:pt x="646271" y="152245"/>
                  </a:cubicBezTo>
                  <a:cubicBezTo>
                    <a:pt x="629546" y="168970"/>
                    <a:pt x="606862" y="178366"/>
                    <a:pt x="583209" y="178366"/>
                  </a:cubicBezTo>
                  <a:lnTo>
                    <a:pt x="89183" y="178366"/>
                  </a:lnTo>
                  <a:cubicBezTo>
                    <a:pt x="39929" y="178366"/>
                    <a:pt x="0" y="138438"/>
                    <a:pt x="0" y="89183"/>
                  </a:cubicBezTo>
                  <a:lnTo>
                    <a:pt x="0" y="89183"/>
                  </a:lnTo>
                  <a:cubicBezTo>
                    <a:pt x="0" y="39929"/>
                    <a:pt x="39929" y="0"/>
                    <a:pt x="89183" y="0"/>
                  </a:cubicBezTo>
                  <a:close/>
                </a:path>
              </a:pathLst>
            </a:custGeom>
            <a:ln w="38100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72393" cy="216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2678318" y="1467027"/>
          <a:ext cx="4906335" cy="5534025"/>
        </p:xfrm>
        <a:graphic>
          <a:graphicData uri="http://schemas.openxmlformats.org/drawingml/2006/table">
            <a:tbl>
              <a:tblPr/>
              <a:tblGrid>
                <a:gridCol w="1635445"/>
                <a:gridCol w="1635445"/>
                <a:gridCol w="1635445"/>
              </a:tblGrid>
              <a:tr h="24744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userId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38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INR Balance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Reliance Stock</a:t>
                      </a:r>
                      <a:endParaRPr lang="en-US" sz="1100"/>
                    </a:p>
                    <a:p>
                      <a:pPr algn="ctr">
                        <a:lnSpc>
                          <a:spcPts val="4479"/>
                        </a:lnSpc>
                      </a:pPr>
                      <a:r>
                        <a:rPr lang="en-US" sz="31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Balance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10000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70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200000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300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500000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100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62240" y="1254208"/>
            <a:ext cx="5202696" cy="8520451"/>
          </a:xfrm>
          <a:custGeom>
            <a:avLst/>
            <a:gdLst/>
            <a:ahLst/>
            <a:cxnLst/>
            <a:rect r="r" b="b" t="t" l="l"/>
            <a:pathLst>
              <a:path h="8520451" w="5202696">
                <a:moveTo>
                  <a:pt x="0" y="0"/>
                </a:moveTo>
                <a:lnTo>
                  <a:pt x="5202696" y="0"/>
                </a:lnTo>
                <a:lnTo>
                  <a:pt x="5202696" y="8520451"/>
                </a:lnTo>
                <a:lnTo>
                  <a:pt x="0" y="8520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5691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00950" y="360045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HTTP Server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116440" y="75565"/>
            <a:ext cx="405512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Zerodha app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DB Schema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48911" y="7238896"/>
            <a:ext cx="96515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DB</a:t>
            </a:r>
          </a:p>
        </p:txBody>
      </p:sp>
      <p:sp>
        <p:nvSpPr>
          <p:cNvPr name="AutoShape 9" id="9"/>
          <p:cNvSpPr/>
          <p:nvPr/>
        </p:nvSpPr>
        <p:spPr>
          <a:xfrm>
            <a:off x="6095328" y="5143500"/>
            <a:ext cx="150562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>
            <a:off x="10687050" y="5162550"/>
            <a:ext cx="192026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6561927" y="7276996"/>
            <a:ext cx="5423669" cy="106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  INR FROM Balances</a:t>
            </a:r>
          </a:p>
          <a:p>
            <a:pPr algn="ctr">
              <a:lnSpc>
                <a:spcPts val="4340"/>
              </a:lnSpc>
            </a:pPr>
            <a:r>
              <a:rPr lang="en-US" sz="31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WHERE  userId=1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76297"/>
            <a:ext cx="17926798" cy="7001716"/>
          </a:xfrm>
          <a:custGeom>
            <a:avLst/>
            <a:gdLst/>
            <a:ahLst/>
            <a:cxnLst/>
            <a:rect r="r" b="b" t="t" l="l"/>
            <a:pathLst>
              <a:path h="7001716" w="17926798">
                <a:moveTo>
                  <a:pt x="0" y="0"/>
                </a:moveTo>
                <a:lnTo>
                  <a:pt x="17926798" y="0"/>
                </a:lnTo>
                <a:lnTo>
                  <a:pt x="17926798" y="7001716"/>
                </a:lnTo>
                <a:lnTo>
                  <a:pt x="0" y="7001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607" t="-23690" r="-41118" b="-123165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5077" y="1436955"/>
            <a:ext cx="15709167" cy="6499668"/>
          </a:xfrm>
          <a:custGeom>
            <a:avLst/>
            <a:gdLst/>
            <a:ahLst/>
            <a:cxnLst/>
            <a:rect r="r" b="b" t="t" l="l"/>
            <a:pathLst>
              <a:path h="6499668" w="15709167">
                <a:moveTo>
                  <a:pt x="0" y="0"/>
                </a:moveTo>
                <a:lnTo>
                  <a:pt x="15709167" y="0"/>
                </a:lnTo>
                <a:lnTo>
                  <a:pt x="15709167" y="6499667"/>
                </a:lnTo>
                <a:lnTo>
                  <a:pt x="0" y="6499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5173" y="2851983"/>
            <a:ext cx="14131656" cy="2291517"/>
            <a:chOff x="0" y="0"/>
            <a:chExt cx="3721918" cy="6035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21918" cy="603527"/>
            </a:xfrm>
            <a:custGeom>
              <a:avLst/>
              <a:gdLst/>
              <a:ahLst/>
              <a:cxnLst/>
              <a:rect r="r" b="b" t="t" l="l"/>
              <a:pathLst>
                <a:path h="603527" w="3721918">
                  <a:moveTo>
                    <a:pt x="27940" y="0"/>
                  </a:moveTo>
                  <a:lnTo>
                    <a:pt x="3693978" y="0"/>
                  </a:lnTo>
                  <a:cubicBezTo>
                    <a:pt x="3709408" y="0"/>
                    <a:pt x="3721918" y="12509"/>
                    <a:pt x="3721918" y="27940"/>
                  </a:cubicBezTo>
                  <a:lnTo>
                    <a:pt x="3721918" y="575587"/>
                  </a:lnTo>
                  <a:cubicBezTo>
                    <a:pt x="3721918" y="591018"/>
                    <a:pt x="3709408" y="603527"/>
                    <a:pt x="3693978" y="603527"/>
                  </a:cubicBezTo>
                  <a:lnTo>
                    <a:pt x="27940" y="603527"/>
                  </a:lnTo>
                  <a:cubicBezTo>
                    <a:pt x="12509" y="603527"/>
                    <a:pt x="0" y="591018"/>
                    <a:pt x="0" y="575587"/>
                  </a:cubicBezTo>
                  <a:lnTo>
                    <a:pt x="0" y="27940"/>
                  </a:lnTo>
                  <a:cubicBezTo>
                    <a:pt x="0" y="12509"/>
                    <a:pt x="12509" y="0"/>
                    <a:pt x="27940" y="0"/>
                  </a:cubicBezTo>
                  <a:close/>
                </a:path>
              </a:pathLst>
            </a:custGeom>
            <a:ln w="104775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21918" cy="641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102006" y="952500"/>
            <a:ext cx="147384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Seeds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2948849" y="1651000"/>
            <a:ext cx="890079" cy="120098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1545173" y="4954933"/>
            <a:ext cx="14131656" cy="817264"/>
            <a:chOff x="0" y="0"/>
            <a:chExt cx="3721918" cy="2152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21918" cy="215246"/>
            </a:xfrm>
            <a:custGeom>
              <a:avLst/>
              <a:gdLst/>
              <a:ahLst/>
              <a:cxnLst/>
              <a:rect r="r" b="b" t="t" l="l"/>
              <a:pathLst>
                <a:path h="215246" w="3721918">
                  <a:moveTo>
                    <a:pt x="27940" y="0"/>
                  </a:moveTo>
                  <a:lnTo>
                    <a:pt x="3693978" y="0"/>
                  </a:lnTo>
                  <a:cubicBezTo>
                    <a:pt x="3709408" y="0"/>
                    <a:pt x="3721918" y="12509"/>
                    <a:pt x="3721918" y="27940"/>
                  </a:cubicBezTo>
                  <a:lnTo>
                    <a:pt x="3721918" y="187307"/>
                  </a:lnTo>
                  <a:cubicBezTo>
                    <a:pt x="3721918" y="202737"/>
                    <a:pt x="3709408" y="215246"/>
                    <a:pt x="3693978" y="215246"/>
                  </a:cubicBezTo>
                  <a:lnTo>
                    <a:pt x="27940" y="215246"/>
                  </a:lnTo>
                  <a:cubicBezTo>
                    <a:pt x="12509" y="215246"/>
                    <a:pt x="0" y="202737"/>
                    <a:pt x="0" y="187307"/>
                  </a:cubicBezTo>
                  <a:lnTo>
                    <a:pt x="0" y="27940"/>
                  </a:lnTo>
                  <a:cubicBezTo>
                    <a:pt x="0" y="12509"/>
                    <a:pt x="12509" y="0"/>
                    <a:pt x="27940" y="0"/>
                  </a:cubicBezTo>
                  <a:close/>
                </a:path>
              </a:pathLst>
            </a:custGeom>
            <a:ln w="104775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721918" cy="253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H="true" flipV="true">
            <a:off x="12607799" y="5783540"/>
            <a:ext cx="494207" cy="269791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11824763" y="8578850"/>
            <a:ext cx="25544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ProgramId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17226" y="1663763"/>
            <a:ext cx="11829611" cy="5218482"/>
          </a:xfrm>
          <a:custGeom>
            <a:avLst/>
            <a:gdLst/>
            <a:ahLst/>
            <a:cxnLst/>
            <a:rect r="r" b="b" t="t" l="l"/>
            <a:pathLst>
              <a:path h="5218482" w="11829611">
                <a:moveTo>
                  <a:pt x="0" y="0"/>
                </a:moveTo>
                <a:lnTo>
                  <a:pt x="11829612" y="0"/>
                </a:lnTo>
                <a:lnTo>
                  <a:pt x="11829612" y="5218481"/>
                </a:lnTo>
                <a:lnTo>
                  <a:pt x="0" y="521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61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32830" y="4273004"/>
            <a:ext cx="806345" cy="679537"/>
            <a:chOff x="0" y="0"/>
            <a:chExt cx="212371" cy="1789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2371" cy="178973"/>
            </a:xfrm>
            <a:custGeom>
              <a:avLst/>
              <a:gdLst/>
              <a:ahLst/>
              <a:cxnLst/>
              <a:rect r="r" b="b" t="t" l="l"/>
              <a:pathLst>
                <a:path h="178973" w="212371">
                  <a:moveTo>
                    <a:pt x="89486" y="0"/>
                  </a:moveTo>
                  <a:lnTo>
                    <a:pt x="122884" y="0"/>
                  </a:lnTo>
                  <a:cubicBezTo>
                    <a:pt x="172306" y="0"/>
                    <a:pt x="212371" y="40064"/>
                    <a:pt x="212371" y="89486"/>
                  </a:cubicBezTo>
                  <a:lnTo>
                    <a:pt x="212371" y="89486"/>
                  </a:lnTo>
                  <a:cubicBezTo>
                    <a:pt x="212371" y="138908"/>
                    <a:pt x="172306" y="178973"/>
                    <a:pt x="122884" y="178973"/>
                  </a:cubicBezTo>
                  <a:lnTo>
                    <a:pt x="89486" y="178973"/>
                  </a:lnTo>
                  <a:cubicBezTo>
                    <a:pt x="40064" y="178973"/>
                    <a:pt x="0" y="138908"/>
                    <a:pt x="0" y="89486"/>
                  </a:cubicBezTo>
                  <a:lnTo>
                    <a:pt x="0" y="89486"/>
                  </a:lnTo>
                  <a:cubicBezTo>
                    <a:pt x="0" y="40064"/>
                    <a:pt x="40064" y="0"/>
                    <a:pt x="89486" y="0"/>
                  </a:cubicBezTo>
                  <a:close/>
                </a:path>
              </a:pathLst>
            </a:custGeom>
            <a:ln w="38100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2371" cy="217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34868" y="4187279"/>
            <a:ext cx="4206263" cy="208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9"/>
              </a:lnSpc>
            </a:pPr>
            <a:r>
              <a:rPr lang="en-US" sz="400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  INR </a:t>
            </a:r>
          </a:p>
          <a:p>
            <a:pPr algn="ctr">
              <a:lnSpc>
                <a:spcPts val="5609"/>
              </a:lnSpc>
            </a:pPr>
            <a:r>
              <a:rPr lang="en-US" sz="400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FROM Balances</a:t>
            </a:r>
          </a:p>
          <a:p>
            <a:pPr algn="ctr">
              <a:lnSpc>
                <a:spcPts val="5609"/>
              </a:lnSpc>
            </a:pPr>
            <a:r>
              <a:rPr lang="en-US" sz="400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WHERE  userId=1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40827" y="3343977"/>
            <a:ext cx="806345" cy="679537"/>
            <a:chOff x="0" y="0"/>
            <a:chExt cx="212371" cy="1789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371" cy="178973"/>
            </a:xfrm>
            <a:custGeom>
              <a:avLst/>
              <a:gdLst/>
              <a:ahLst/>
              <a:cxnLst/>
              <a:rect r="r" b="b" t="t" l="l"/>
              <a:pathLst>
                <a:path h="178973" w="212371">
                  <a:moveTo>
                    <a:pt x="89486" y="0"/>
                  </a:moveTo>
                  <a:lnTo>
                    <a:pt x="122884" y="0"/>
                  </a:lnTo>
                  <a:cubicBezTo>
                    <a:pt x="172306" y="0"/>
                    <a:pt x="212371" y="40064"/>
                    <a:pt x="212371" y="89486"/>
                  </a:cubicBezTo>
                  <a:lnTo>
                    <a:pt x="212371" y="89486"/>
                  </a:lnTo>
                  <a:cubicBezTo>
                    <a:pt x="212371" y="138908"/>
                    <a:pt x="172306" y="178973"/>
                    <a:pt x="122884" y="178973"/>
                  </a:cubicBezTo>
                  <a:lnTo>
                    <a:pt x="89486" y="178973"/>
                  </a:lnTo>
                  <a:cubicBezTo>
                    <a:pt x="40064" y="178973"/>
                    <a:pt x="0" y="138908"/>
                    <a:pt x="0" y="89486"/>
                  </a:cubicBezTo>
                  <a:lnTo>
                    <a:pt x="0" y="89486"/>
                  </a:lnTo>
                  <a:cubicBezTo>
                    <a:pt x="0" y="40064"/>
                    <a:pt x="40064" y="0"/>
                    <a:pt x="89486" y="0"/>
                  </a:cubicBezTo>
                  <a:close/>
                </a:path>
              </a:pathLst>
            </a:custGeom>
            <a:ln w="38100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2371" cy="217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17226" y="1663763"/>
            <a:ext cx="11829611" cy="5218482"/>
          </a:xfrm>
          <a:custGeom>
            <a:avLst/>
            <a:gdLst/>
            <a:ahLst/>
            <a:cxnLst/>
            <a:rect r="r" b="b" t="t" l="l"/>
            <a:pathLst>
              <a:path h="5218482" w="11829611">
                <a:moveTo>
                  <a:pt x="0" y="0"/>
                </a:moveTo>
                <a:lnTo>
                  <a:pt x="11829612" y="0"/>
                </a:lnTo>
                <a:lnTo>
                  <a:pt x="11829612" y="5218481"/>
                </a:lnTo>
                <a:lnTo>
                  <a:pt x="0" y="521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61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4868" y="4187279"/>
            <a:ext cx="4206263" cy="208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9"/>
              </a:lnSpc>
            </a:pPr>
            <a:r>
              <a:rPr lang="en-US" sz="400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  INR </a:t>
            </a:r>
          </a:p>
          <a:p>
            <a:pPr algn="ctr">
              <a:lnSpc>
                <a:spcPts val="5609"/>
              </a:lnSpc>
            </a:pPr>
            <a:r>
              <a:rPr lang="en-US" sz="400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FROM Balances</a:t>
            </a:r>
          </a:p>
          <a:p>
            <a:pPr algn="ctr">
              <a:lnSpc>
                <a:spcPts val="5609"/>
              </a:lnSpc>
            </a:pPr>
            <a:r>
              <a:rPr lang="en-US" sz="400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WHERE  userId=1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134827" y="4934879"/>
            <a:ext cx="2506304" cy="679537"/>
            <a:chOff x="0" y="0"/>
            <a:chExt cx="660097" cy="1789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097" cy="178973"/>
            </a:xfrm>
            <a:custGeom>
              <a:avLst/>
              <a:gdLst/>
              <a:ahLst/>
              <a:cxnLst/>
              <a:rect r="r" b="b" t="t" l="l"/>
              <a:pathLst>
                <a:path h="178973" w="660097">
                  <a:moveTo>
                    <a:pt x="77224" y="0"/>
                  </a:moveTo>
                  <a:lnTo>
                    <a:pt x="582872" y="0"/>
                  </a:lnTo>
                  <a:cubicBezTo>
                    <a:pt x="603353" y="0"/>
                    <a:pt x="622996" y="8136"/>
                    <a:pt x="637478" y="22619"/>
                  </a:cubicBezTo>
                  <a:cubicBezTo>
                    <a:pt x="651960" y="37101"/>
                    <a:pt x="660097" y="56743"/>
                    <a:pt x="660097" y="77224"/>
                  </a:cubicBezTo>
                  <a:lnTo>
                    <a:pt x="660097" y="101748"/>
                  </a:lnTo>
                  <a:cubicBezTo>
                    <a:pt x="660097" y="144398"/>
                    <a:pt x="625522" y="178973"/>
                    <a:pt x="582872" y="178973"/>
                  </a:cubicBezTo>
                  <a:lnTo>
                    <a:pt x="77224" y="178973"/>
                  </a:lnTo>
                  <a:cubicBezTo>
                    <a:pt x="34575" y="178973"/>
                    <a:pt x="0" y="144398"/>
                    <a:pt x="0" y="101748"/>
                  </a:cubicBezTo>
                  <a:lnTo>
                    <a:pt x="0" y="77224"/>
                  </a:lnTo>
                  <a:cubicBezTo>
                    <a:pt x="0" y="34575"/>
                    <a:pt x="34575" y="0"/>
                    <a:pt x="77224" y="0"/>
                  </a:cubicBezTo>
                  <a:close/>
                </a:path>
              </a:pathLst>
            </a:custGeom>
            <a:ln w="38100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60097" cy="217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26362" y="2935723"/>
            <a:ext cx="3550723" cy="679537"/>
            <a:chOff x="0" y="0"/>
            <a:chExt cx="935170" cy="1789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5170" cy="178973"/>
            </a:xfrm>
            <a:custGeom>
              <a:avLst/>
              <a:gdLst/>
              <a:ahLst/>
              <a:cxnLst/>
              <a:rect r="r" b="b" t="t" l="l"/>
              <a:pathLst>
                <a:path h="178973" w="935170">
                  <a:moveTo>
                    <a:pt x="54509" y="0"/>
                  </a:moveTo>
                  <a:lnTo>
                    <a:pt x="880660" y="0"/>
                  </a:lnTo>
                  <a:cubicBezTo>
                    <a:pt x="910765" y="0"/>
                    <a:pt x="935170" y="24405"/>
                    <a:pt x="935170" y="54509"/>
                  </a:cubicBezTo>
                  <a:lnTo>
                    <a:pt x="935170" y="124463"/>
                  </a:lnTo>
                  <a:cubicBezTo>
                    <a:pt x="935170" y="154568"/>
                    <a:pt x="910765" y="178973"/>
                    <a:pt x="880660" y="178973"/>
                  </a:cubicBezTo>
                  <a:lnTo>
                    <a:pt x="54509" y="178973"/>
                  </a:lnTo>
                  <a:cubicBezTo>
                    <a:pt x="24405" y="178973"/>
                    <a:pt x="0" y="154568"/>
                    <a:pt x="0" y="124463"/>
                  </a:cubicBezTo>
                  <a:lnTo>
                    <a:pt x="0" y="54509"/>
                  </a:lnTo>
                  <a:cubicBezTo>
                    <a:pt x="0" y="24405"/>
                    <a:pt x="24405" y="0"/>
                    <a:pt x="54509" y="0"/>
                  </a:cubicBezTo>
                  <a:close/>
                </a:path>
              </a:pathLst>
            </a:custGeom>
            <a:ln w="38100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35170" cy="217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17226" y="1663763"/>
            <a:ext cx="11829611" cy="5218482"/>
          </a:xfrm>
          <a:custGeom>
            <a:avLst/>
            <a:gdLst/>
            <a:ahLst/>
            <a:cxnLst/>
            <a:rect r="r" b="b" t="t" l="l"/>
            <a:pathLst>
              <a:path h="5218482" w="11829611">
                <a:moveTo>
                  <a:pt x="0" y="0"/>
                </a:moveTo>
                <a:lnTo>
                  <a:pt x="11829612" y="0"/>
                </a:lnTo>
                <a:lnTo>
                  <a:pt x="11829612" y="5218481"/>
                </a:lnTo>
                <a:lnTo>
                  <a:pt x="0" y="521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61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4868" y="4187279"/>
            <a:ext cx="4206263" cy="208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9"/>
              </a:lnSpc>
            </a:pPr>
            <a:r>
              <a:rPr lang="en-US" sz="400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  INR </a:t>
            </a:r>
          </a:p>
          <a:p>
            <a:pPr algn="ctr">
              <a:lnSpc>
                <a:spcPts val="5609"/>
              </a:lnSpc>
            </a:pPr>
            <a:r>
              <a:rPr lang="en-US" sz="400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FROM Balances</a:t>
            </a:r>
          </a:p>
          <a:p>
            <a:pPr algn="ctr">
              <a:lnSpc>
                <a:spcPts val="5609"/>
              </a:lnSpc>
            </a:pPr>
            <a:r>
              <a:rPr lang="en-US" sz="400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WHERE  userId=1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293592" y="5751388"/>
            <a:ext cx="2506304" cy="679537"/>
            <a:chOff x="0" y="0"/>
            <a:chExt cx="660097" cy="1789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097" cy="178973"/>
            </a:xfrm>
            <a:custGeom>
              <a:avLst/>
              <a:gdLst/>
              <a:ahLst/>
              <a:cxnLst/>
              <a:rect r="r" b="b" t="t" l="l"/>
              <a:pathLst>
                <a:path h="178973" w="660097">
                  <a:moveTo>
                    <a:pt x="77224" y="0"/>
                  </a:moveTo>
                  <a:lnTo>
                    <a:pt x="582872" y="0"/>
                  </a:lnTo>
                  <a:cubicBezTo>
                    <a:pt x="603353" y="0"/>
                    <a:pt x="622996" y="8136"/>
                    <a:pt x="637478" y="22619"/>
                  </a:cubicBezTo>
                  <a:cubicBezTo>
                    <a:pt x="651960" y="37101"/>
                    <a:pt x="660097" y="56743"/>
                    <a:pt x="660097" y="77224"/>
                  </a:cubicBezTo>
                  <a:lnTo>
                    <a:pt x="660097" y="101748"/>
                  </a:lnTo>
                  <a:cubicBezTo>
                    <a:pt x="660097" y="144398"/>
                    <a:pt x="625522" y="178973"/>
                    <a:pt x="582872" y="178973"/>
                  </a:cubicBezTo>
                  <a:lnTo>
                    <a:pt x="77224" y="178973"/>
                  </a:lnTo>
                  <a:cubicBezTo>
                    <a:pt x="34575" y="178973"/>
                    <a:pt x="0" y="144398"/>
                    <a:pt x="0" y="101748"/>
                  </a:cubicBezTo>
                  <a:lnTo>
                    <a:pt x="0" y="77224"/>
                  </a:lnTo>
                  <a:cubicBezTo>
                    <a:pt x="0" y="34575"/>
                    <a:pt x="34575" y="0"/>
                    <a:pt x="77224" y="0"/>
                  </a:cubicBezTo>
                  <a:close/>
                </a:path>
              </a:pathLst>
            </a:custGeom>
            <a:ln w="38100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60097" cy="217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26362" y="3752232"/>
            <a:ext cx="10620475" cy="679537"/>
            <a:chOff x="0" y="0"/>
            <a:chExt cx="2797162" cy="1789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97162" cy="178973"/>
            </a:xfrm>
            <a:custGeom>
              <a:avLst/>
              <a:gdLst/>
              <a:ahLst/>
              <a:cxnLst/>
              <a:rect r="r" b="b" t="t" l="l"/>
              <a:pathLst>
                <a:path h="178973" w="2797162">
                  <a:moveTo>
                    <a:pt x="18224" y="0"/>
                  </a:moveTo>
                  <a:lnTo>
                    <a:pt x="2778938" y="0"/>
                  </a:lnTo>
                  <a:cubicBezTo>
                    <a:pt x="2789003" y="0"/>
                    <a:pt x="2797162" y="8159"/>
                    <a:pt x="2797162" y="18224"/>
                  </a:cubicBezTo>
                  <a:lnTo>
                    <a:pt x="2797162" y="160749"/>
                  </a:lnTo>
                  <a:cubicBezTo>
                    <a:pt x="2797162" y="170814"/>
                    <a:pt x="2789003" y="178973"/>
                    <a:pt x="2778938" y="178973"/>
                  </a:cubicBezTo>
                  <a:lnTo>
                    <a:pt x="18224" y="178973"/>
                  </a:lnTo>
                  <a:cubicBezTo>
                    <a:pt x="8159" y="178973"/>
                    <a:pt x="0" y="170814"/>
                    <a:pt x="0" y="160749"/>
                  </a:cubicBezTo>
                  <a:lnTo>
                    <a:pt x="0" y="18224"/>
                  </a:lnTo>
                  <a:cubicBezTo>
                    <a:pt x="0" y="8159"/>
                    <a:pt x="8159" y="0"/>
                    <a:pt x="18224" y="0"/>
                  </a:cubicBezTo>
                  <a:close/>
                </a:path>
              </a:pathLst>
            </a:custGeom>
            <a:ln w="38100" cap="rnd">
              <a:solidFill>
                <a:srgbClr val="D36665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97162" cy="217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2059" y="3509727"/>
            <a:ext cx="4186119" cy="41861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 spc="1285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Associated</a:t>
              </a:r>
            </a:p>
            <a:p>
              <a:pPr algn="ctr">
                <a:lnSpc>
                  <a:spcPts val="4759"/>
                </a:lnSpc>
              </a:pPr>
              <a:r>
                <a:rPr lang="en-US" sz="3399" spc="1285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Token contract</a:t>
              </a: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9867022" y="2268952"/>
            <a:ext cx="1158026" cy="203535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6" id="6"/>
          <p:cNvSpPr txBox="true"/>
          <p:nvPr/>
        </p:nvSpPr>
        <p:spPr>
          <a:xfrm rot="0">
            <a:off x="10666378" y="3186194"/>
            <a:ext cx="49468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Harkirats USDC balance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358178" y="295417"/>
            <a:ext cx="2035662" cy="203566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sz="3199" spc="1209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10000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flipH="true" flipV="true">
            <a:off x="7640495" y="2130143"/>
            <a:ext cx="321563" cy="163644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1" id="11"/>
          <p:cNvGrpSpPr/>
          <p:nvPr/>
        </p:nvGrpSpPr>
        <p:grpSpPr>
          <a:xfrm rot="0">
            <a:off x="7029486" y="321923"/>
            <a:ext cx="1865143" cy="186514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sz="3199" spc="1209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100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670082" y="2524864"/>
            <a:ext cx="49704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Harkirats BONK balance</a:t>
            </a:r>
          </a:p>
        </p:txBody>
      </p:sp>
      <p:sp>
        <p:nvSpPr>
          <p:cNvPr name="AutoShape 15" id="15"/>
          <p:cNvSpPr/>
          <p:nvPr/>
        </p:nvSpPr>
        <p:spPr>
          <a:xfrm flipH="true" flipV="true">
            <a:off x="2810536" y="5388555"/>
            <a:ext cx="3361522" cy="21423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945393" y="4455983"/>
            <a:ext cx="1865143" cy="186514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sz="3199" spc="1209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100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56402" y="6714570"/>
            <a:ext cx="472879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Ramans USDC Balance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0087365" y="6620465"/>
            <a:ext cx="2306475" cy="16078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21" id="21"/>
          <p:cNvSpPr txBox="true"/>
          <p:nvPr/>
        </p:nvSpPr>
        <p:spPr>
          <a:xfrm rot="0">
            <a:off x="11069916" y="7115456"/>
            <a:ext cx="45806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Ramans PEPE balance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427661" y="5388555"/>
            <a:ext cx="1865143" cy="186514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sz="3199" spc="1209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20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H="true">
            <a:off x="5653298" y="7590550"/>
            <a:ext cx="1954500" cy="85733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3920797" y="8146590"/>
            <a:ext cx="1865143" cy="186514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sz="3199" spc="1209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100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183926" y="8381209"/>
            <a:ext cx="504319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Ramans TRUMP Balance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7336" y="2342515"/>
            <a:ext cx="13511957" cy="550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</a:t>
            </a:r>
          </a:p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 a zerodha like app where - </a:t>
            </a:r>
          </a:p>
          <a:p>
            <a:pPr algn="l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Users can come and sign up</a:t>
            </a:r>
          </a:p>
          <a:p>
            <a:pPr algn="l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Users can onramp xyz of a token name</a:t>
            </a:r>
          </a:p>
          <a:p>
            <a:pPr algn="l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Users can transfer x amount of a token</a:t>
            </a:r>
          </a:p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to someone else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2059" y="3509727"/>
            <a:ext cx="4186119" cy="41861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Our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TOKEN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Contract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85002"/>
            <a:ext cx="2496399" cy="2201548"/>
            <a:chOff x="0" y="0"/>
            <a:chExt cx="657488" cy="579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2059" y="3509727"/>
            <a:ext cx="4186119" cy="41861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Our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TOKEN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Contract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85002"/>
            <a:ext cx="2496399" cy="2201548"/>
            <a:chOff x="0" y="0"/>
            <a:chExt cx="657488" cy="579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3674877" y="5585776"/>
            <a:ext cx="306772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4279855" y="4819967"/>
            <a:ext cx="14271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Signup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2059" y="3509727"/>
            <a:ext cx="4186119" cy="41861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Our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TOKEN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Contract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85002"/>
            <a:ext cx="2496399" cy="2201548"/>
            <a:chOff x="0" y="0"/>
            <a:chExt cx="657488" cy="579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3674877" y="5585776"/>
            <a:ext cx="306772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4279855" y="4819967"/>
            <a:ext cx="14271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Signup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9588203" y="1931394"/>
            <a:ext cx="4343807" cy="217376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9144000" y="1267649"/>
            <a:ext cx="312487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 public key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“name”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932010" y="532175"/>
            <a:ext cx="2496399" cy="2201548"/>
            <a:chOff x="0" y="0"/>
            <a:chExt cx="657488" cy="5798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harkirat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2059" y="3509727"/>
            <a:ext cx="4186119" cy="41861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Our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TOKEN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Contract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85002"/>
            <a:ext cx="2496399" cy="2201548"/>
            <a:chOff x="0" y="0"/>
            <a:chExt cx="657488" cy="579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32010" y="532175"/>
            <a:ext cx="2496399" cy="2201548"/>
            <a:chOff x="0" y="0"/>
            <a:chExt cx="657488" cy="579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harkirat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2059" y="3509727"/>
            <a:ext cx="4186119" cy="41861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Our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TOKEN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Contract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85002"/>
            <a:ext cx="2496399" cy="2201548"/>
            <a:chOff x="0" y="0"/>
            <a:chExt cx="657488" cy="579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32010" y="532175"/>
            <a:ext cx="2496399" cy="2201548"/>
            <a:chOff x="0" y="0"/>
            <a:chExt cx="657488" cy="579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harkirat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2925939" y="1264326"/>
            <a:ext cx="11051083" cy="322067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194051" y="1566274"/>
            <a:ext cx="494994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what is my name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 this project/contract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2059" y="3509727"/>
            <a:ext cx="4186119" cy="41861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Our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TOKEN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Contract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85002"/>
            <a:ext cx="2496399" cy="2201548"/>
            <a:chOff x="0" y="0"/>
            <a:chExt cx="657488" cy="579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32010" y="532175"/>
            <a:ext cx="2496399" cy="2201548"/>
            <a:chOff x="0" y="0"/>
            <a:chExt cx="657488" cy="579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harkirat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3719595" y="5602786"/>
            <a:ext cx="245246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036461" y="3561394"/>
            <a:ext cx="162423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onramp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INR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1000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2059" y="3509727"/>
            <a:ext cx="4186119" cy="41861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Our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TOKEN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Contract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85002"/>
            <a:ext cx="2496399" cy="2201548"/>
            <a:chOff x="0" y="0"/>
            <a:chExt cx="657488" cy="579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32010" y="532175"/>
            <a:ext cx="2496399" cy="2201548"/>
            <a:chOff x="0" y="0"/>
            <a:chExt cx="657488" cy="579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harkirat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3719595" y="5602786"/>
            <a:ext cx="245246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036461" y="3561394"/>
            <a:ext cx="162423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onramp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INR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1000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0358178" y="5602786"/>
            <a:ext cx="3949398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4307576" y="4521062"/>
            <a:ext cx="2496399" cy="2201548"/>
            <a:chOff x="0" y="0"/>
            <a:chExt cx="657488" cy="5798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1000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092023" y="2972115"/>
            <a:ext cx="2481709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 public key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“balance”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+ 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“INR”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2059" y="3509727"/>
            <a:ext cx="4186119" cy="41861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Our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TOKEN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Contract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85002"/>
            <a:ext cx="2496399" cy="2201548"/>
            <a:chOff x="0" y="0"/>
            <a:chExt cx="657488" cy="579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32010" y="532175"/>
            <a:ext cx="2496399" cy="2201548"/>
            <a:chOff x="0" y="0"/>
            <a:chExt cx="657488" cy="579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harkirat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07576" y="4521062"/>
            <a:ext cx="2496399" cy="2201548"/>
            <a:chOff x="0" y="0"/>
            <a:chExt cx="657488" cy="579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1000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2059" y="3509727"/>
            <a:ext cx="4186119" cy="41861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Our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TOKEN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Contract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85002"/>
            <a:ext cx="2496399" cy="2201548"/>
            <a:chOff x="0" y="0"/>
            <a:chExt cx="657488" cy="579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32010" y="532175"/>
            <a:ext cx="2496399" cy="2201548"/>
            <a:chOff x="0" y="0"/>
            <a:chExt cx="657488" cy="579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harkirat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07576" y="4521062"/>
            <a:ext cx="2496399" cy="2201548"/>
            <a:chOff x="0" y="0"/>
            <a:chExt cx="657488" cy="579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1000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2925939" y="6741661"/>
            <a:ext cx="12593379" cy="564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6084859" y="8677910"/>
            <a:ext cx="507496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What is my INR balance?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2059" y="3509727"/>
            <a:ext cx="4186119" cy="41861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Our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TOKEN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Contract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85002"/>
            <a:ext cx="2496399" cy="2201548"/>
            <a:chOff x="0" y="0"/>
            <a:chExt cx="657488" cy="579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32010" y="532175"/>
            <a:ext cx="2496399" cy="2201548"/>
            <a:chOff x="0" y="0"/>
            <a:chExt cx="657488" cy="579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harkirat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07576" y="4521062"/>
            <a:ext cx="2496399" cy="2201548"/>
            <a:chOff x="0" y="0"/>
            <a:chExt cx="657488" cy="579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1000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449822"/>
            <a:ext cx="2496399" cy="2201548"/>
            <a:chOff x="0" y="0"/>
            <a:chExt cx="657488" cy="5798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 2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2059" y="3509727"/>
            <a:ext cx="4186119" cy="41861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Our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TOKEN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Contract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85002"/>
            <a:ext cx="2496399" cy="2201548"/>
            <a:chOff x="0" y="0"/>
            <a:chExt cx="657488" cy="579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32010" y="532175"/>
            <a:ext cx="2496399" cy="2201548"/>
            <a:chOff x="0" y="0"/>
            <a:chExt cx="657488" cy="579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harkirat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07576" y="4521062"/>
            <a:ext cx="2496399" cy="2201548"/>
            <a:chOff x="0" y="0"/>
            <a:chExt cx="657488" cy="579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1000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449822"/>
            <a:ext cx="2496399" cy="2201548"/>
            <a:chOff x="0" y="0"/>
            <a:chExt cx="657488" cy="5798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 2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3525099" y="5585776"/>
            <a:ext cx="264696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3948876" y="3561394"/>
            <a:ext cx="179940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Transfer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500 INR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user 2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2059" y="3509727"/>
            <a:ext cx="4186119" cy="41861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Our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TOKEN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Contract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85002"/>
            <a:ext cx="2496399" cy="2201548"/>
            <a:chOff x="0" y="0"/>
            <a:chExt cx="657488" cy="579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32010" y="532175"/>
            <a:ext cx="2496399" cy="2201548"/>
            <a:chOff x="0" y="0"/>
            <a:chExt cx="657488" cy="579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harkirat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07576" y="4521062"/>
            <a:ext cx="2496399" cy="2201548"/>
            <a:chOff x="0" y="0"/>
            <a:chExt cx="657488" cy="579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500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449822"/>
            <a:ext cx="2496399" cy="2201548"/>
            <a:chOff x="0" y="0"/>
            <a:chExt cx="657488" cy="5798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 2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3525099" y="5585776"/>
            <a:ext cx="264696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3948876" y="3561394"/>
            <a:ext cx="179940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Transfer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500 INR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user 2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0358178" y="5602786"/>
            <a:ext cx="3949398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4307576" y="7916819"/>
            <a:ext cx="2496399" cy="2201548"/>
            <a:chOff x="0" y="0"/>
            <a:chExt cx="657488" cy="5798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500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9982520" y="6741660"/>
            <a:ext cx="4425695" cy="267270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1092023" y="2972115"/>
            <a:ext cx="2481709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 public key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“balance”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+ 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“INR”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47569" y="7748547"/>
            <a:ext cx="2669902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user2 public key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“balance”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+ 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“INR”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2059" y="3509727"/>
            <a:ext cx="4186119" cy="41861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Our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TOKEN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Contract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85002"/>
            <a:ext cx="2496399" cy="2201548"/>
            <a:chOff x="0" y="0"/>
            <a:chExt cx="657488" cy="579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32010" y="532175"/>
            <a:ext cx="2496399" cy="2201548"/>
            <a:chOff x="0" y="0"/>
            <a:chExt cx="657488" cy="579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harkirat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07576" y="4521062"/>
            <a:ext cx="2496399" cy="2201548"/>
            <a:chOff x="0" y="0"/>
            <a:chExt cx="657488" cy="579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500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449822"/>
            <a:ext cx="2496399" cy="2201548"/>
            <a:chOff x="0" y="0"/>
            <a:chExt cx="657488" cy="5798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 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307576" y="7916819"/>
            <a:ext cx="2496399" cy="2201548"/>
            <a:chOff x="0" y="0"/>
            <a:chExt cx="657488" cy="5798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500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32010" y="532175"/>
            <a:ext cx="2496399" cy="2201548"/>
            <a:chOff x="0" y="0"/>
            <a:chExt cx="657488" cy="5798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harkirat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07576" y="4521062"/>
            <a:ext cx="2496399" cy="2201548"/>
            <a:chOff x="0" y="0"/>
            <a:chExt cx="657488" cy="579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500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07576" y="7916819"/>
            <a:ext cx="2496399" cy="2201548"/>
            <a:chOff x="0" y="0"/>
            <a:chExt cx="657488" cy="579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500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476041" y="831964"/>
          <a:ext cx="4906335" cy="4495191"/>
        </p:xfrm>
        <a:graphic>
          <a:graphicData uri="http://schemas.openxmlformats.org/drawingml/2006/table">
            <a:tbl>
              <a:tblPr/>
              <a:tblGrid>
                <a:gridCol w="2453167"/>
                <a:gridCol w="2453167"/>
              </a:tblGrid>
              <a:tr h="24696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userId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38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9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harkirat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3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raman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476041" y="6344542"/>
          <a:ext cx="4906335" cy="3773825"/>
        </p:xfrm>
        <a:graphic>
          <a:graphicData uri="http://schemas.openxmlformats.org/drawingml/2006/table">
            <a:tbl>
              <a:tblPr/>
              <a:tblGrid>
                <a:gridCol w="2453167"/>
                <a:gridCol w="2453167"/>
              </a:tblGrid>
              <a:tr h="16947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userId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3899" b="true">
                          <a:solidFill>
                            <a:srgbClr val="FFFFFF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Balance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80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500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10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500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198872" y="208642"/>
            <a:ext cx="117537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872" y="5764152"/>
            <a:ext cx="16596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Balance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5382376" y="1786740"/>
            <a:ext cx="8488152" cy="204127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5386830" y="5728001"/>
            <a:ext cx="8987129" cy="267633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5584592" y="8994038"/>
            <a:ext cx="8556194" cy="74846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4698" y="1877701"/>
            <a:ext cx="15258604" cy="6417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sz="61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Every row of a SQL table</a:t>
            </a:r>
          </a:p>
          <a:p>
            <a:pPr algn="ctr">
              <a:lnSpc>
                <a:spcPts val="8540"/>
              </a:lnSpc>
            </a:pPr>
            <a:r>
              <a:rPr lang="en-US" sz="61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 a PDA on solana</a:t>
            </a:r>
          </a:p>
          <a:p>
            <a:pPr algn="ctr">
              <a:lnSpc>
                <a:spcPts val="8540"/>
              </a:lnSpc>
            </a:pPr>
          </a:p>
          <a:p>
            <a:pPr algn="ctr">
              <a:lnSpc>
                <a:spcPts val="8540"/>
              </a:lnSpc>
            </a:pPr>
            <a:r>
              <a:rPr lang="en-US" b="true" sz="6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Benefits - </a:t>
            </a:r>
          </a:p>
          <a:p>
            <a:pPr algn="ctr" marL="1317095" indent="-658547" lvl="1">
              <a:lnSpc>
                <a:spcPts val="8540"/>
              </a:lnSpc>
              <a:buAutoNum type="arabicPeriod" startAt="1"/>
            </a:pPr>
            <a:r>
              <a:rPr lang="en-US" b="true" sz="6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Users can pay rent for their own data</a:t>
            </a:r>
          </a:p>
          <a:p>
            <a:pPr algn="ctr" marL="1317095" indent="-658547" lvl="1">
              <a:lnSpc>
                <a:spcPts val="8540"/>
              </a:lnSpc>
              <a:buAutoNum type="arabicPeriod" startAt="1"/>
            </a:pPr>
            <a:r>
              <a:rPr lang="en-US" b="true" sz="6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Deterministically arrive at their data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2059" y="3509727"/>
            <a:ext cx="4186119" cy="41861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Our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TOKEN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1511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Contract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85002"/>
            <a:ext cx="2496399" cy="2201548"/>
            <a:chOff x="0" y="0"/>
            <a:chExt cx="657488" cy="579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32010" y="532175"/>
            <a:ext cx="2496399" cy="2201548"/>
            <a:chOff x="0" y="0"/>
            <a:chExt cx="657488" cy="579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harkirat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07576" y="4521062"/>
            <a:ext cx="2496399" cy="2201548"/>
            <a:chOff x="0" y="0"/>
            <a:chExt cx="657488" cy="579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500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449822"/>
            <a:ext cx="2496399" cy="2201548"/>
            <a:chOff x="0" y="0"/>
            <a:chExt cx="657488" cy="5798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D3666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 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307576" y="7916819"/>
            <a:ext cx="2496399" cy="2201548"/>
            <a:chOff x="0" y="0"/>
            <a:chExt cx="657488" cy="5798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7488" cy="579832"/>
            </a:xfrm>
            <a:custGeom>
              <a:avLst/>
              <a:gdLst/>
              <a:ahLst/>
              <a:cxnLst/>
              <a:rect r="r" b="b" t="t" l="l"/>
              <a:pathLst>
                <a:path h="579832" w="657488">
                  <a:moveTo>
                    <a:pt x="158163" y="0"/>
                  </a:moveTo>
                  <a:lnTo>
                    <a:pt x="499325" y="0"/>
                  </a:lnTo>
                  <a:cubicBezTo>
                    <a:pt x="541272" y="0"/>
                    <a:pt x="581502" y="16664"/>
                    <a:pt x="611163" y="46325"/>
                  </a:cubicBezTo>
                  <a:cubicBezTo>
                    <a:pt x="640824" y="75986"/>
                    <a:pt x="657488" y="116216"/>
                    <a:pt x="657488" y="158163"/>
                  </a:cubicBezTo>
                  <a:lnTo>
                    <a:pt x="657488" y="421669"/>
                  </a:lnTo>
                  <a:cubicBezTo>
                    <a:pt x="657488" y="463616"/>
                    <a:pt x="640824" y="503845"/>
                    <a:pt x="611163" y="533507"/>
                  </a:cubicBezTo>
                  <a:cubicBezTo>
                    <a:pt x="581502" y="563168"/>
                    <a:pt x="541272" y="579832"/>
                    <a:pt x="499325" y="579832"/>
                  </a:cubicBezTo>
                  <a:lnTo>
                    <a:pt x="158163" y="579832"/>
                  </a:lnTo>
                  <a:cubicBezTo>
                    <a:pt x="116216" y="579832"/>
                    <a:pt x="75986" y="563168"/>
                    <a:pt x="46325" y="533507"/>
                  </a:cubicBezTo>
                  <a:cubicBezTo>
                    <a:pt x="16664" y="503845"/>
                    <a:pt x="0" y="463616"/>
                    <a:pt x="0" y="421669"/>
                  </a:cubicBezTo>
                  <a:lnTo>
                    <a:pt x="0" y="158163"/>
                  </a:lnTo>
                  <a:cubicBezTo>
                    <a:pt x="0" y="116216"/>
                    <a:pt x="16664" y="75986"/>
                    <a:pt x="46325" y="46325"/>
                  </a:cubicBezTo>
                  <a:cubicBezTo>
                    <a:pt x="75986" y="16664"/>
                    <a:pt x="116216" y="0"/>
                    <a:pt x="158163" y="0"/>
                  </a:cubicBezTo>
                  <a:close/>
                </a:path>
              </a:pathLst>
            </a:custGeom>
            <a:solidFill>
              <a:srgbClr val="1C54C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57488" cy="64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500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585306" y="8107778"/>
            <a:ext cx="4722270" cy="1819629"/>
          </a:xfrm>
          <a:custGeom>
            <a:avLst/>
            <a:gdLst/>
            <a:ahLst/>
            <a:cxnLst/>
            <a:rect r="r" b="b" t="t" l="l"/>
            <a:pathLst>
              <a:path h="1819629" w="4722270">
                <a:moveTo>
                  <a:pt x="0" y="0"/>
                </a:moveTo>
                <a:lnTo>
                  <a:pt x="4722270" y="0"/>
                </a:lnTo>
                <a:lnTo>
                  <a:pt x="4722270" y="1819629"/>
                </a:lnTo>
                <a:lnTo>
                  <a:pt x="0" y="181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187" r="-68682" b="-20972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946692" y="4974313"/>
            <a:ext cx="3360884" cy="1295047"/>
          </a:xfrm>
          <a:custGeom>
            <a:avLst/>
            <a:gdLst/>
            <a:ahLst/>
            <a:cxnLst/>
            <a:rect r="r" b="b" t="t" l="l"/>
            <a:pathLst>
              <a:path h="1295047" w="3360884">
                <a:moveTo>
                  <a:pt x="0" y="0"/>
                </a:moveTo>
                <a:lnTo>
                  <a:pt x="3360884" y="0"/>
                </a:lnTo>
                <a:lnTo>
                  <a:pt x="3360884" y="1295047"/>
                </a:lnTo>
                <a:lnTo>
                  <a:pt x="0" y="1295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187" r="-68682" b="-20972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686460" y="743621"/>
            <a:ext cx="4928019" cy="1778656"/>
          </a:xfrm>
          <a:custGeom>
            <a:avLst/>
            <a:gdLst/>
            <a:ahLst/>
            <a:cxnLst/>
            <a:rect r="r" b="b" t="t" l="l"/>
            <a:pathLst>
              <a:path h="1778656" w="4928019">
                <a:moveTo>
                  <a:pt x="0" y="0"/>
                </a:moveTo>
                <a:lnTo>
                  <a:pt x="4928019" y="0"/>
                </a:lnTo>
                <a:lnTo>
                  <a:pt x="4928019" y="1778656"/>
                </a:lnTo>
                <a:lnTo>
                  <a:pt x="0" y="1778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DAGkT16qaWY</dc:identifier>
  <dcterms:modified xsi:type="dcterms:W3CDTF">2011-08-01T06:04:30Z</dcterms:modified>
  <cp:revision>1</cp:revision>
  <dc:title>PDAs</dc:title>
</cp:coreProperties>
</file>